
<file path=[Content_Types].xml><?xml version="1.0" encoding="utf-8"?>
<Types xmlns="http://schemas.openxmlformats.org/package/2006/content-types">
  <Default Extension="jpeg" ContentType="image/jpeg"/>
  <Default Extension="jpg" ContentType="image/png"/>
  <Default Extension="mkv" ContentType="video/unknown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7.jpg" ContentType="image/jpeg"/>
  <Override PartName="/ppt/media/image19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65" r:id="rId11"/>
    <p:sldId id="266" r:id="rId12"/>
    <p:sldId id="271" r:id="rId13"/>
    <p:sldId id="267" r:id="rId14"/>
    <p:sldId id="272" r:id="rId15"/>
    <p:sldId id="273" r:id="rId16"/>
    <p:sldId id="274" r:id="rId17"/>
    <p:sldId id="269" r:id="rId18"/>
    <p:sldId id="275" r:id="rId19"/>
    <p:sldId id="277" r:id="rId20"/>
    <p:sldId id="278" r:id="rId21"/>
    <p:sldId id="276" r:id="rId22"/>
    <p:sldId id="279" r:id="rId23"/>
    <p:sldId id="281" r:id="rId24"/>
    <p:sldId id="280" r:id="rId2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09704-D555-43E9-8763-C18ABFFD866A}" v="855" dt="2025-07-01T11:45:16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rvan Canton Alvaro W.MSCIDS_F24.2301" userId="09644743-1044-4338-95c6-f7c68461d1d3" providerId="ADAL" clId="{47809704-D555-43E9-8763-C18ABFFD866A}"/>
    <pc:docChg chg="undo redo custSel addSld delSld modSld">
      <pc:chgData name="Cervan Canton Alvaro W.MSCIDS_F24.2301" userId="09644743-1044-4338-95c6-f7c68461d1d3" providerId="ADAL" clId="{47809704-D555-43E9-8763-C18ABFFD866A}" dt="2025-07-01T13:08:55.606" v="6133" actId="113"/>
      <pc:docMkLst>
        <pc:docMk/>
      </pc:docMkLst>
      <pc:sldChg chg="del">
        <pc:chgData name="Cervan Canton Alvaro W.MSCIDS_F24.2301" userId="09644743-1044-4338-95c6-f7c68461d1d3" providerId="ADAL" clId="{47809704-D555-43E9-8763-C18ABFFD866A}" dt="2025-07-01T12:42:18.009" v="5926" actId="47"/>
        <pc:sldMkLst>
          <pc:docMk/>
          <pc:sldMk cId="1294510381" sldId="257"/>
        </pc:sldMkLst>
      </pc:sldChg>
      <pc:sldChg chg="modSp new mod">
        <pc:chgData name="Cervan Canton Alvaro W.MSCIDS_F24.2301" userId="09644743-1044-4338-95c6-f7c68461d1d3" providerId="ADAL" clId="{47809704-D555-43E9-8763-C18ABFFD866A}" dt="2025-07-01T12:58:14.002" v="6092" actId="20577"/>
        <pc:sldMkLst>
          <pc:docMk/>
          <pc:sldMk cId="472454260" sldId="258"/>
        </pc:sldMkLst>
        <pc:spChg chg="mod">
          <ac:chgData name="Cervan Canton Alvaro W.MSCIDS_F24.2301" userId="09644743-1044-4338-95c6-f7c68461d1d3" providerId="ADAL" clId="{47809704-D555-43E9-8763-C18ABFFD866A}" dt="2025-06-27T23:48:30.403" v="1"/>
          <ac:spMkLst>
            <pc:docMk/>
            <pc:sldMk cId="472454260" sldId="258"/>
            <ac:spMk id="2" creationId="{B2DC29F1-C255-9350-4B4B-4E3B2FD0F7CD}"/>
          </ac:spMkLst>
        </pc:spChg>
        <pc:spChg chg="mod">
          <ac:chgData name="Cervan Canton Alvaro W.MSCIDS_F24.2301" userId="09644743-1044-4338-95c6-f7c68461d1d3" providerId="ADAL" clId="{47809704-D555-43E9-8763-C18ABFFD866A}" dt="2025-07-01T12:58:14.002" v="6092" actId="20577"/>
          <ac:spMkLst>
            <pc:docMk/>
            <pc:sldMk cId="472454260" sldId="258"/>
            <ac:spMk id="3" creationId="{629E353E-726F-2B63-E6D9-F0A5CADFF231}"/>
          </ac:spMkLst>
        </pc:spChg>
      </pc:sldChg>
      <pc:sldChg chg="modSp new mod modNotesTx">
        <pc:chgData name="Cervan Canton Alvaro W.MSCIDS_F24.2301" userId="09644743-1044-4338-95c6-f7c68461d1d3" providerId="ADAL" clId="{47809704-D555-43E9-8763-C18ABFFD866A}" dt="2025-07-01T12:59:34.425" v="6123" actId="20577"/>
        <pc:sldMkLst>
          <pc:docMk/>
          <pc:sldMk cId="1119096577" sldId="259"/>
        </pc:sldMkLst>
        <pc:spChg chg="mod">
          <ac:chgData name="Cervan Canton Alvaro W.MSCIDS_F24.2301" userId="09644743-1044-4338-95c6-f7c68461d1d3" providerId="ADAL" clId="{47809704-D555-43E9-8763-C18ABFFD866A}" dt="2025-06-27T23:54:53.972" v="158" actId="20577"/>
          <ac:spMkLst>
            <pc:docMk/>
            <pc:sldMk cId="1119096577" sldId="259"/>
            <ac:spMk id="2" creationId="{3EEA2A6A-7218-6D05-9E39-DAF42C2CBF0E}"/>
          </ac:spMkLst>
        </pc:spChg>
        <pc:spChg chg="mod">
          <ac:chgData name="Cervan Canton Alvaro W.MSCIDS_F24.2301" userId="09644743-1044-4338-95c6-f7c68461d1d3" providerId="ADAL" clId="{47809704-D555-43E9-8763-C18ABFFD866A}" dt="2025-07-01T12:58:44.195" v="6116" actId="20577"/>
          <ac:spMkLst>
            <pc:docMk/>
            <pc:sldMk cId="1119096577" sldId="259"/>
            <ac:spMk id="3" creationId="{8FAD9094-2680-17EB-C71A-AC4ABAEC2E6E}"/>
          </ac:spMkLst>
        </pc:spChg>
      </pc:sldChg>
      <pc:sldChg chg="addSp modSp new mod modShow">
        <pc:chgData name="Cervan Canton Alvaro W.MSCIDS_F24.2301" userId="09644743-1044-4338-95c6-f7c68461d1d3" providerId="ADAL" clId="{47809704-D555-43E9-8763-C18ABFFD866A}" dt="2025-07-01T13:08:16.479" v="6129" actId="20577"/>
        <pc:sldMkLst>
          <pc:docMk/>
          <pc:sldMk cId="1625124294" sldId="260"/>
        </pc:sldMkLst>
        <pc:spChg chg="mod">
          <ac:chgData name="Cervan Canton Alvaro W.MSCIDS_F24.2301" userId="09644743-1044-4338-95c6-f7c68461d1d3" providerId="ADAL" clId="{47809704-D555-43E9-8763-C18ABFFD866A}" dt="2025-06-28T00:16:49.823" v="1259" actId="20577"/>
          <ac:spMkLst>
            <pc:docMk/>
            <pc:sldMk cId="1625124294" sldId="260"/>
            <ac:spMk id="2" creationId="{0B08014F-0FFD-174B-D16F-11B42F948C3A}"/>
          </ac:spMkLst>
        </pc:spChg>
        <pc:spChg chg="mod">
          <ac:chgData name="Cervan Canton Alvaro W.MSCIDS_F24.2301" userId="09644743-1044-4338-95c6-f7c68461d1d3" providerId="ADAL" clId="{47809704-D555-43E9-8763-C18ABFFD866A}" dt="2025-07-01T13:08:16.479" v="6129" actId="20577"/>
          <ac:spMkLst>
            <pc:docMk/>
            <pc:sldMk cId="1625124294" sldId="260"/>
            <ac:spMk id="3" creationId="{FFFE5850-A05B-3B23-F736-BB3CE7697F40}"/>
          </ac:spMkLst>
        </pc:spChg>
        <pc:spChg chg="add mod">
          <ac:chgData name="Cervan Canton Alvaro W.MSCIDS_F24.2301" userId="09644743-1044-4338-95c6-f7c68461d1d3" providerId="ADAL" clId="{47809704-D555-43E9-8763-C18ABFFD866A}" dt="2025-06-28T00:17:39.580" v="1260" actId="403"/>
          <ac:spMkLst>
            <pc:docMk/>
            <pc:sldMk cId="1625124294" sldId="260"/>
            <ac:spMk id="4" creationId="{BD029C9D-BD38-07FC-9050-8BEFA4DC9291}"/>
          </ac:spMkLst>
        </pc:spChg>
      </pc:sldChg>
      <pc:sldChg chg="addSp delSp modSp new mod">
        <pc:chgData name="Cervan Canton Alvaro W.MSCIDS_F24.2301" userId="09644743-1044-4338-95c6-f7c68461d1d3" providerId="ADAL" clId="{47809704-D555-43E9-8763-C18ABFFD866A}" dt="2025-07-01T13:08:55.606" v="6133" actId="113"/>
        <pc:sldMkLst>
          <pc:docMk/>
          <pc:sldMk cId="1435071399" sldId="261"/>
        </pc:sldMkLst>
        <pc:spChg chg="mod">
          <ac:chgData name="Cervan Canton Alvaro W.MSCIDS_F24.2301" userId="09644743-1044-4338-95c6-f7c68461d1d3" providerId="ADAL" clId="{47809704-D555-43E9-8763-C18ABFFD866A}" dt="2025-06-28T00:01:04.132" v="563" actId="20577"/>
          <ac:spMkLst>
            <pc:docMk/>
            <pc:sldMk cId="1435071399" sldId="261"/>
            <ac:spMk id="2" creationId="{DB1BA345-6744-3FE7-3680-97566F1F098F}"/>
          </ac:spMkLst>
        </pc:spChg>
        <pc:spChg chg="add del mod">
          <ac:chgData name="Cervan Canton Alvaro W.MSCIDS_F24.2301" userId="09644743-1044-4338-95c6-f7c68461d1d3" providerId="ADAL" clId="{47809704-D555-43E9-8763-C18ABFFD866A}" dt="2025-07-01T13:08:55.606" v="6133" actId="113"/>
          <ac:spMkLst>
            <pc:docMk/>
            <pc:sldMk cId="1435071399" sldId="261"/>
            <ac:spMk id="3" creationId="{9F5F05AC-DA74-8CF0-9B54-052F1E831274}"/>
          </ac:spMkLst>
        </pc:spChg>
        <pc:spChg chg="add mod">
          <ac:chgData name="Cervan Canton Alvaro W.MSCIDS_F24.2301" userId="09644743-1044-4338-95c6-f7c68461d1d3" providerId="ADAL" clId="{47809704-D555-43E9-8763-C18ABFFD866A}" dt="2025-06-28T00:01:11.654" v="569"/>
          <ac:spMkLst>
            <pc:docMk/>
            <pc:sldMk cId="1435071399" sldId="261"/>
            <ac:spMk id="4" creationId="{6D3F985E-C954-2912-8A69-15E8309BFD72}"/>
          </ac:spMkLst>
        </pc:spChg>
        <pc:spChg chg="add del mod">
          <ac:chgData name="Cervan Canton Alvaro W.MSCIDS_F24.2301" userId="09644743-1044-4338-95c6-f7c68461d1d3" providerId="ADAL" clId="{47809704-D555-43E9-8763-C18ABFFD866A}" dt="2025-06-28T00:08:24.023" v="926" actId="478"/>
          <ac:spMkLst>
            <pc:docMk/>
            <pc:sldMk cId="1435071399" sldId="261"/>
            <ac:spMk id="5" creationId="{020517F5-A2FC-E2FD-F559-B52A0956D0B0}"/>
          </ac:spMkLst>
        </pc:spChg>
        <pc:spChg chg="add mod">
          <ac:chgData name="Cervan Canton Alvaro W.MSCIDS_F24.2301" userId="09644743-1044-4338-95c6-f7c68461d1d3" providerId="ADAL" clId="{47809704-D555-43E9-8763-C18ABFFD866A}" dt="2025-06-28T00:08:10.398" v="924"/>
          <ac:spMkLst>
            <pc:docMk/>
            <pc:sldMk cId="1435071399" sldId="261"/>
            <ac:spMk id="6" creationId="{DD5DA72E-A268-B99E-8040-C1BD30373C7C}"/>
          </ac:spMkLst>
        </pc:spChg>
        <pc:spChg chg="add del">
          <ac:chgData name="Cervan Canton Alvaro W.MSCIDS_F24.2301" userId="09644743-1044-4338-95c6-f7c68461d1d3" providerId="ADAL" clId="{47809704-D555-43E9-8763-C18ABFFD866A}" dt="2025-06-28T00:09:24.259" v="940" actId="478"/>
          <ac:spMkLst>
            <pc:docMk/>
            <pc:sldMk cId="1435071399" sldId="261"/>
            <ac:spMk id="7" creationId="{14E9E968-C6FB-0125-3009-A62324C1BF6A}"/>
          </ac:spMkLst>
        </pc:spChg>
      </pc:sldChg>
      <pc:sldChg chg="addSp delSp modSp new mod setBg">
        <pc:chgData name="Cervan Canton Alvaro W.MSCIDS_F24.2301" userId="09644743-1044-4338-95c6-f7c68461d1d3" providerId="ADAL" clId="{47809704-D555-43E9-8763-C18ABFFD866A}" dt="2025-06-28T22:20:18.516" v="1530" actId="403"/>
        <pc:sldMkLst>
          <pc:docMk/>
          <pc:sldMk cId="3056003020" sldId="262"/>
        </pc:sldMkLst>
        <pc:spChg chg="mod">
          <ac:chgData name="Cervan Canton Alvaro W.MSCIDS_F24.2301" userId="09644743-1044-4338-95c6-f7c68461d1d3" providerId="ADAL" clId="{47809704-D555-43E9-8763-C18ABFFD866A}" dt="2025-06-28T17:58:33.559" v="1348" actId="26606"/>
          <ac:spMkLst>
            <pc:docMk/>
            <pc:sldMk cId="3056003020" sldId="262"/>
            <ac:spMk id="2" creationId="{ABAA091E-A79B-A64F-5B66-50BDC9382FAC}"/>
          </ac:spMkLst>
        </pc:spChg>
        <pc:spChg chg="add del mod">
          <ac:chgData name="Cervan Canton Alvaro W.MSCIDS_F24.2301" userId="09644743-1044-4338-95c6-f7c68461d1d3" providerId="ADAL" clId="{47809704-D555-43E9-8763-C18ABFFD866A}" dt="2025-06-28T22:20:18.516" v="1530" actId="403"/>
          <ac:spMkLst>
            <pc:docMk/>
            <pc:sldMk cId="3056003020" sldId="262"/>
            <ac:spMk id="3" creationId="{E60DA390-2E8B-082C-7D4C-CC5FE49679EE}"/>
          </ac:spMkLst>
        </pc:spChg>
        <pc:spChg chg="add mod">
          <ac:chgData name="Cervan Canton Alvaro W.MSCIDS_F24.2301" userId="09644743-1044-4338-95c6-f7c68461d1d3" providerId="ADAL" clId="{47809704-D555-43E9-8763-C18ABFFD866A}" dt="2025-06-28T17:53:07.681" v="1270"/>
          <ac:spMkLst>
            <pc:docMk/>
            <pc:sldMk cId="3056003020" sldId="262"/>
            <ac:spMk id="4" creationId="{4537C35A-A04D-8A6C-2DC2-0EFF16BD9E46}"/>
          </ac:spMkLst>
        </pc:spChg>
        <pc:spChg chg="add del">
          <ac:chgData name="Cervan Canton Alvaro W.MSCIDS_F24.2301" userId="09644743-1044-4338-95c6-f7c68461d1d3" providerId="ADAL" clId="{47809704-D555-43E9-8763-C18ABFFD866A}" dt="2025-06-28T17:58:33.559" v="1348" actId="26606"/>
          <ac:spMkLst>
            <pc:docMk/>
            <pc:sldMk cId="3056003020" sldId="262"/>
            <ac:spMk id="11" creationId="{C20CE451-818C-E63D-258B-234B6C543D34}"/>
          </ac:spMkLst>
        </pc:spChg>
        <pc:picChg chg="add del mod">
          <ac:chgData name="Cervan Canton Alvaro W.MSCIDS_F24.2301" userId="09644743-1044-4338-95c6-f7c68461d1d3" providerId="ADAL" clId="{47809704-D555-43E9-8763-C18ABFFD866A}" dt="2025-06-28T17:58:54.230" v="1349" actId="478"/>
          <ac:picMkLst>
            <pc:docMk/>
            <pc:sldMk cId="3056003020" sldId="262"/>
            <ac:picMk id="6" creationId="{9D46319F-76F3-1FD2-A83F-876A310167F0}"/>
          </ac:picMkLst>
        </pc:picChg>
        <pc:picChg chg="add mod">
          <ac:chgData name="Cervan Canton Alvaro W.MSCIDS_F24.2301" userId="09644743-1044-4338-95c6-f7c68461d1d3" providerId="ADAL" clId="{47809704-D555-43E9-8763-C18ABFFD866A}" dt="2025-06-28T18:00:20.145" v="1402" actId="29295"/>
          <ac:picMkLst>
            <pc:docMk/>
            <pc:sldMk cId="3056003020" sldId="262"/>
            <ac:picMk id="8" creationId="{19EFF18C-9660-9BDE-5281-E9BE5B9CEF6B}"/>
          </ac:picMkLst>
        </pc:picChg>
      </pc:sldChg>
      <pc:sldChg chg="addSp delSp modSp add mod setBg">
        <pc:chgData name="Cervan Canton Alvaro W.MSCIDS_F24.2301" userId="09644743-1044-4338-95c6-f7c68461d1d3" providerId="ADAL" clId="{47809704-D555-43E9-8763-C18ABFFD866A}" dt="2025-06-28T21:43:02.844" v="1527" actId="14100"/>
        <pc:sldMkLst>
          <pc:docMk/>
          <pc:sldMk cId="384888380" sldId="263"/>
        </pc:sldMkLst>
        <pc:spChg chg="mod">
          <ac:chgData name="Cervan Canton Alvaro W.MSCIDS_F24.2301" userId="09644743-1044-4338-95c6-f7c68461d1d3" providerId="ADAL" clId="{47809704-D555-43E9-8763-C18ABFFD866A}" dt="2025-06-28T21:40:28.951" v="1472" actId="26606"/>
          <ac:spMkLst>
            <pc:docMk/>
            <pc:sldMk cId="384888380" sldId="263"/>
            <ac:spMk id="2" creationId="{ABAA091E-A79B-A64F-5B66-50BDC9382FAC}"/>
          </ac:spMkLst>
        </pc:spChg>
        <pc:spChg chg="mod">
          <ac:chgData name="Cervan Canton Alvaro W.MSCIDS_F24.2301" userId="09644743-1044-4338-95c6-f7c68461d1d3" providerId="ADAL" clId="{47809704-D555-43E9-8763-C18ABFFD866A}" dt="2025-06-28T21:42:02.959" v="1515" actId="20577"/>
          <ac:spMkLst>
            <pc:docMk/>
            <pc:sldMk cId="384888380" sldId="263"/>
            <ac:spMk id="3" creationId="{E60DA390-2E8B-082C-7D4C-CC5FE49679EE}"/>
          </ac:spMkLst>
        </pc:spChg>
        <pc:spChg chg="add del">
          <ac:chgData name="Cervan Canton Alvaro W.MSCIDS_F24.2301" userId="09644743-1044-4338-95c6-f7c68461d1d3" providerId="ADAL" clId="{47809704-D555-43E9-8763-C18ABFFD866A}" dt="2025-06-28T21:40:28.951" v="1472" actId="26606"/>
          <ac:spMkLst>
            <pc:docMk/>
            <pc:sldMk cId="384888380" sldId="263"/>
            <ac:spMk id="9" creationId="{CBB0869A-0BE5-B3E9-F73D-2F3691E4D932}"/>
          </ac:spMkLst>
        </pc:spChg>
        <pc:picChg chg="add mod modCrop">
          <ac:chgData name="Cervan Canton Alvaro W.MSCIDS_F24.2301" userId="09644743-1044-4338-95c6-f7c68461d1d3" providerId="ADAL" clId="{47809704-D555-43E9-8763-C18ABFFD866A}" dt="2025-06-28T21:43:02.844" v="1527" actId="14100"/>
          <ac:picMkLst>
            <pc:docMk/>
            <pc:sldMk cId="384888380" sldId="263"/>
            <ac:picMk id="4" creationId="{738549E6-5096-71B8-77A9-F419BAD87D42}"/>
          </ac:picMkLst>
        </pc:picChg>
        <pc:picChg chg="add mod modCrop">
          <ac:chgData name="Cervan Canton Alvaro W.MSCIDS_F24.2301" userId="09644743-1044-4338-95c6-f7c68461d1d3" providerId="ADAL" clId="{47809704-D555-43E9-8763-C18ABFFD866A}" dt="2025-06-28T21:42:31.699" v="1526" actId="29295"/>
          <ac:picMkLst>
            <pc:docMk/>
            <pc:sldMk cId="384888380" sldId="263"/>
            <ac:picMk id="6" creationId="{973C4CC3-B0AC-B046-E999-E6504C4AD5DD}"/>
          </ac:picMkLst>
        </pc:picChg>
      </pc:sldChg>
      <pc:sldChg chg="addSp delSp modSp add mod">
        <pc:chgData name="Cervan Canton Alvaro W.MSCIDS_F24.2301" userId="09644743-1044-4338-95c6-f7c68461d1d3" providerId="ADAL" clId="{47809704-D555-43E9-8763-C18ABFFD866A}" dt="2025-07-01T12:42:59.659" v="5945" actId="20577"/>
        <pc:sldMkLst>
          <pc:docMk/>
          <pc:sldMk cId="2318978003" sldId="264"/>
        </pc:sldMkLst>
        <pc:spChg chg="mod">
          <ac:chgData name="Cervan Canton Alvaro W.MSCIDS_F24.2301" userId="09644743-1044-4338-95c6-f7c68461d1d3" providerId="ADAL" clId="{47809704-D555-43E9-8763-C18ABFFD866A}" dt="2025-07-01T12:42:59.659" v="5945" actId="20577"/>
          <ac:spMkLst>
            <pc:docMk/>
            <pc:sldMk cId="2318978003" sldId="264"/>
            <ac:spMk id="2" creationId="{ABAA091E-A79B-A64F-5B66-50BDC9382FAC}"/>
          </ac:spMkLst>
        </pc:spChg>
        <pc:spChg chg="mod">
          <ac:chgData name="Cervan Canton Alvaro W.MSCIDS_F24.2301" userId="09644743-1044-4338-95c6-f7c68461d1d3" providerId="ADAL" clId="{47809704-D555-43E9-8763-C18ABFFD866A}" dt="2025-06-28T23:12:31.608" v="2293" actId="20577"/>
          <ac:spMkLst>
            <pc:docMk/>
            <pc:sldMk cId="2318978003" sldId="264"/>
            <ac:spMk id="3" creationId="{E60DA390-2E8B-082C-7D4C-CC5FE49679EE}"/>
          </ac:spMkLst>
        </pc:spChg>
        <pc:spChg chg="add del mod">
          <ac:chgData name="Cervan Canton Alvaro W.MSCIDS_F24.2301" userId="09644743-1044-4338-95c6-f7c68461d1d3" providerId="ADAL" clId="{47809704-D555-43E9-8763-C18ABFFD866A}" dt="2025-06-28T22:45:09.525" v="1710" actId="478"/>
          <ac:spMkLst>
            <pc:docMk/>
            <pc:sldMk cId="2318978003" sldId="264"/>
            <ac:spMk id="5" creationId="{15BA95DA-E4AC-6FEF-9565-9937DE47DC66}"/>
          </ac:spMkLst>
        </pc:spChg>
        <pc:spChg chg="add del">
          <ac:chgData name="Cervan Canton Alvaro W.MSCIDS_F24.2301" userId="09644743-1044-4338-95c6-f7c68461d1d3" providerId="ADAL" clId="{47809704-D555-43E9-8763-C18ABFFD866A}" dt="2025-06-28T22:43:51.326" v="1706" actId="478"/>
          <ac:spMkLst>
            <pc:docMk/>
            <pc:sldMk cId="2318978003" sldId="264"/>
            <ac:spMk id="6" creationId="{1CE6733D-349D-5A2E-5651-BD74E83FC896}"/>
          </ac:spMkLst>
        </pc:spChg>
        <pc:spChg chg="add del">
          <ac:chgData name="Cervan Canton Alvaro W.MSCIDS_F24.2301" userId="09644743-1044-4338-95c6-f7c68461d1d3" providerId="ADAL" clId="{47809704-D555-43E9-8763-C18ABFFD866A}" dt="2025-06-28T22:44:41.709" v="1708" actId="11529"/>
          <ac:spMkLst>
            <pc:docMk/>
            <pc:sldMk cId="2318978003" sldId="264"/>
            <ac:spMk id="7" creationId="{06F3BF84-5361-9FD5-2995-50D9E77A1DF4}"/>
          </ac:spMkLst>
        </pc:spChg>
        <pc:spChg chg="add del">
          <ac:chgData name="Cervan Canton Alvaro W.MSCIDS_F24.2301" userId="09644743-1044-4338-95c6-f7c68461d1d3" providerId="ADAL" clId="{47809704-D555-43E9-8763-C18ABFFD866A}" dt="2025-06-28T22:45:25.366" v="1712" actId="478"/>
          <ac:spMkLst>
            <pc:docMk/>
            <pc:sldMk cId="2318978003" sldId="264"/>
            <ac:spMk id="8" creationId="{AEB225F0-1508-9B93-2CAD-A4B8DF06931B}"/>
          </ac:spMkLst>
        </pc:spChg>
        <pc:spChg chg="add del mod">
          <ac:chgData name="Cervan Canton Alvaro W.MSCIDS_F24.2301" userId="09644743-1044-4338-95c6-f7c68461d1d3" providerId="ADAL" clId="{47809704-D555-43E9-8763-C18ABFFD866A}" dt="2025-06-28T22:46:10.494" v="1721" actId="478"/>
          <ac:spMkLst>
            <pc:docMk/>
            <pc:sldMk cId="2318978003" sldId="264"/>
            <ac:spMk id="9" creationId="{A2BF3057-A20A-8313-D58A-E805FF5004C1}"/>
          </ac:spMkLst>
        </pc:spChg>
        <pc:spChg chg="add mod">
          <ac:chgData name="Cervan Canton Alvaro W.MSCIDS_F24.2301" userId="09644743-1044-4338-95c6-f7c68461d1d3" providerId="ADAL" clId="{47809704-D555-43E9-8763-C18ABFFD866A}" dt="2025-06-28T22:47:31.110" v="1736" actId="113"/>
          <ac:spMkLst>
            <pc:docMk/>
            <pc:sldMk cId="2318978003" sldId="264"/>
            <ac:spMk id="10" creationId="{977DDC21-4FA7-C6E5-5FF8-5CAD877B7EA0}"/>
          </ac:spMkLst>
        </pc:spChg>
        <pc:picChg chg="add mod">
          <ac:chgData name="Cervan Canton Alvaro W.MSCIDS_F24.2301" userId="09644743-1044-4338-95c6-f7c68461d1d3" providerId="ADAL" clId="{47809704-D555-43E9-8763-C18ABFFD866A}" dt="2025-06-28T22:37:34.218" v="1560" actId="14100"/>
          <ac:picMkLst>
            <pc:docMk/>
            <pc:sldMk cId="2318978003" sldId="264"/>
            <ac:picMk id="4" creationId="{3C1CF4E7-D23A-B46D-CDAA-D507B6AAF57A}"/>
          </ac:picMkLst>
        </pc:picChg>
      </pc:sldChg>
      <pc:sldChg chg="addSp delSp modSp add mod modNotesTx">
        <pc:chgData name="Cervan Canton Alvaro W.MSCIDS_F24.2301" userId="09644743-1044-4338-95c6-f7c68461d1d3" providerId="ADAL" clId="{47809704-D555-43E9-8763-C18ABFFD866A}" dt="2025-06-28T23:18:07.879" v="2417" actId="20577"/>
        <pc:sldMkLst>
          <pc:docMk/>
          <pc:sldMk cId="1001368556" sldId="265"/>
        </pc:sldMkLst>
        <pc:spChg chg="mod">
          <ac:chgData name="Cervan Canton Alvaro W.MSCIDS_F24.2301" userId="09644743-1044-4338-95c6-f7c68461d1d3" providerId="ADAL" clId="{47809704-D555-43E9-8763-C18ABFFD866A}" dt="2025-06-28T23:06:22.610" v="2087" actId="27636"/>
          <ac:spMkLst>
            <pc:docMk/>
            <pc:sldMk cId="1001368556" sldId="265"/>
            <ac:spMk id="2" creationId="{ABAA091E-A79B-A64F-5B66-50BDC9382FAC}"/>
          </ac:spMkLst>
        </pc:spChg>
        <pc:spChg chg="del">
          <ac:chgData name="Cervan Canton Alvaro W.MSCIDS_F24.2301" userId="09644743-1044-4338-95c6-f7c68461d1d3" providerId="ADAL" clId="{47809704-D555-43E9-8763-C18ABFFD866A}" dt="2025-06-28T23:05:32.831" v="2074"/>
          <ac:spMkLst>
            <pc:docMk/>
            <pc:sldMk cId="1001368556" sldId="265"/>
            <ac:spMk id="3" creationId="{E60DA390-2E8B-082C-7D4C-CC5FE49679EE}"/>
          </ac:spMkLst>
        </pc:spChg>
        <pc:spChg chg="add del mod">
          <ac:chgData name="Cervan Canton Alvaro W.MSCIDS_F24.2301" userId="09644743-1044-4338-95c6-f7c68461d1d3" providerId="ADAL" clId="{47809704-D555-43E9-8763-C18ABFFD866A}" dt="2025-06-28T23:07:52.899" v="2089" actId="478"/>
          <ac:spMkLst>
            <pc:docMk/>
            <pc:sldMk cId="1001368556" sldId="265"/>
            <ac:spMk id="6" creationId="{C8077880-6A12-A4A2-CA80-17FB6FDFEA71}"/>
          </ac:spMkLst>
        </pc:spChg>
        <pc:spChg chg="add mod">
          <ac:chgData name="Cervan Canton Alvaro W.MSCIDS_F24.2301" userId="09644743-1044-4338-95c6-f7c68461d1d3" providerId="ADAL" clId="{47809704-D555-43E9-8763-C18ABFFD866A}" dt="2025-06-28T23:12:48.441" v="2298" actId="6549"/>
          <ac:spMkLst>
            <pc:docMk/>
            <pc:sldMk cId="1001368556" sldId="265"/>
            <ac:spMk id="7" creationId="{AB6A5032-431D-5231-581C-BE4C80E64EF1}"/>
          </ac:spMkLst>
        </pc:spChg>
        <pc:spChg chg="add mod">
          <ac:chgData name="Cervan Canton Alvaro W.MSCIDS_F24.2301" userId="09644743-1044-4338-95c6-f7c68461d1d3" providerId="ADAL" clId="{47809704-D555-43E9-8763-C18ABFFD866A}" dt="2025-06-28T23:08:09.243" v="2092"/>
          <ac:spMkLst>
            <pc:docMk/>
            <pc:sldMk cId="1001368556" sldId="265"/>
            <ac:spMk id="8" creationId="{5C726F39-43D3-5A19-55A3-C3952CB4F821}"/>
          </ac:spMkLst>
        </pc:spChg>
        <pc:spChg chg="add mod">
          <ac:chgData name="Cervan Canton Alvaro W.MSCIDS_F24.2301" userId="09644743-1044-4338-95c6-f7c68461d1d3" providerId="ADAL" clId="{47809704-D555-43E9-8763-C18ABFFD866A}" dt="2025-06-28T23:15:05.978" v="2382" actId="1076"/>
          <ac:spMkLst>
            <pc:docMk/>
            <pc:sldMk cId="1001368556" sldId="265"/>
            <ac:spMk id="9" creationId="{1B112EA8-3445-68AB-5090-D74A5B53C3FC}"/>
          </ac:spMkLst>
        </pc:spChg>
        <pc:picChg chg="add mod">
          <ac:chgData name="Cervan Canton Alvaro W.MSCIDS_F24.2301" userId="09644743-1044-4338-95c6-f7c68461d1d3" providerId="ADAL" clId="{47809704-D555-43E9-8763-C18ABFFD866A}" dt="2025-06-28T23:05:59.476" v="2078" actId="1076"/>
          <ac:picMkLst>
            <pc:docMk/>
            <pc:sldMk cId="1001368556" sldId="265"/>
            <ac:picMk id="5" creationId="{A25BCE4A-C90D-6F61-D14C-62E45A1646D6}"/>
          </ac:picMkLst>
        </pc:picChg>
      </pc:sldChg>
      <pc:sldChg chg="addSp modSp add mod">
        <pc:chgData name="Cervan Canton Alvaro W.MSCIDS_F24.2301" userId="09644743-1044-4338-95c6-f7c68461d1d3" providerId="ADAL" clId="{47809704-D555-43E9-8763-C18ABFFD866A}" dt="2025-06-29T19:57:29.265" v="2572" actId="20577"/>
        <pc:sldMkLst>
          <pc:docMk/>
          <pc:sldMk cId="631473613" sldId="266"/>
        </pc:sldMkLst>
        <pc:spChg chg="mod">
          <ac:chgData name="Cervan Canton Alvaro W.MSCIDS_F24.2301" userId="09644743-1044-4338-95c6-f7c68461d1d3" providerId="ADAL" clId="{47809704-D555-43E9-8763-C18ABFFD866A}" dt="2025-06-29T19:56:51.274" v="2543" actId="20577"/>
          <ac:spMkLst>
            <pc:docMk/>
            <pc:sldMk cId="631473613" sldId="266"/>
            <ac:spMk id="2" creationId="{ABAA091E-A79B-A64F-5B66-50BDC9382FAC}"/>
          </ac:spMkLst>
        </pc:spChg>
        <pc:spChg chg="mod">
          <ac:chgData name="Cervan Canton Alvaro W.MSCIDS_F24.2301" userId="09644743-1044-4338-95c6-f7c68461d1d3" providerId="ADAL" clId="{47809704-D555-43E9-8763-C18ABFFD866A}" dt="2025-06-29T19:57:29.265" v="2572" actId="20577"/>
          <ac:spMkLst>
            <pc:docMk/>
            <pc:sldMk cId="631473613" sldId="266"/>
            <ac:spMk id="3" creationId="{E60DA390-2E8B-082C-7D4C-CC5FE49679EE}"/>
          </ac:spMkLst>
        </pc:spChg>
        <pc:spChg chg="add">
          <ac:chgData name="Cervan Canton Alvaro W.MSCIDS_F24.2301" userId="09644743-1044-4338-95c6-f7c68461d1d3" providerId="ADAL" clId="{47809704-D555-43E9-8763-C18ABFFD866A}" dt="2025-06-29T12:02:45.476" v="2462"/>
          <ac:spMkLst>
            <pc:docMk/>
            <pc:sldMk cId="631473613" sldId="266"/>
            <ac:spMk id="4" creationId="{4841812E-8123-7941-13A7-E91CD522061E}"/>
          </ac:spMkLst>
        </pc:spChg>
        <pc:spChg chg="add mod">
          <ac:chgData name="Cervan Canton Alvaro W.MSCIDS_F24.2301" userId="09644743-1044-4338-95c6-f7c68461d1d3" providerId="ADAL" clId="{47809704-D555-43E9-8763-C18ABFFD866A}" dt="2025-06-29T19:56:20.404" v="2541" actId="1582"/>
          <ac:spMkLst>
            <pc:docMk/>
            <pc:sldMk cId="631473613" sldId="266"/>
            <ac:spMk id="6" creationId="{0388CF5E-F212-9990-3CCD-46D50631628D}"/>
          </ac:spMkLst>
        </pc:spChg>
        <pc:picChg chg="add mod modCrop">
          <ac:chgData name="Cervan Canton Alvaro W.MSCIDS_F24.2301" userId="09644743-1044-4338-95c6-f7c68461d1d3" providerId="ADAL" clId="{47809704-D555-43E9-8763-C18ABFFD866A}" dt="2025-06-29T19:55:27.671" v="2536" actId="1076"/>
          <ac:picMkLst>
            <pc:docMk/>
            <pc:sldMk cId="631473613" sldId="266"/>
            <ac:picMk id="5" creationId="{5CD61DA5-9966-6A91-F9E0-1787F812F09D}"/>
          </ac:picMkLst>
        </pc:picChg>
      </pc:sldChg>
      <pc:sldChg chg="addSp delSp modSp add mod">
        <pc:chgData name="Cervan Canton Alvaro W.MSCIDS_F24.2301" userId="09644743-1044-4338-95c6-f7c68461d1d3" providerId="ADAL" clId="{47809704-D555-43E9-8763-C18ABFFD866A}" dt="2025-06-29T20:13:59.310" v="2837" actId="20577"/>
        <pc:sldMkLst>
          <pc:docMk/>
          <pc:sldMk cId="984394870" sldId="267"/>
        </pc:sldMkLst>
        <pc:spChg chg="mod">
          <ac:chgData name="Cervan Canton Alvaro W.MSCIDS_F24.2301" userId="09644743-1044-4338-95c6-f7c68461d1d3" providerId="ADAL" clId="{47809704-D555-43E9-8763-C18ABFFD866A}" dt="2025-06-29T19:56:54.752" v="2545" actId="20577"/>
          <ac:spMkLst>
            <pc:docMk/>
            <pc:sldMk cId="984394870" sldId="267"/>
            <ac:spMk id="2" creationId="{ABAA091E-A79B-A64F-5B66-50BDC9382FAC}"/>
          </ac:spMkLst>
        </pc:spChg>
        <pc:spChg chg="add del mod">
          <ac:chgData name="Cervan Canton Alvaro W.MSCIDS_F24.2301" userId="09644743-1044-4338-95c6-f7c68461d1d3" providerId="ADAL" clId="{47809704-D555-43E9-8763-C18ABFFD866A}" dt="2025-06-29T20:13:59.310" v="2837" actId="20577"/>
          <ac:spMkLst>
            <pc:docMk/>
            <pc:sldMk cId="984394870" sldId="267"/>
            <ac:spMk id="3" creationId="{E60DA390-2E8B-082C-7D4C-CC5FE49679EE}"/>
          </ac:spMkLst>
        </pc:spChg>
        <pc:spChg chg="add mod">
          <ac:chgData name="Cervan Canton Alvaro W.MSCIDS_F24.2301" userId="09644743-1044-4338-95c6-f7c68461d1d3" providerId="ADAL" clId="{47809704-D555-43E9-8763-C18ABFFD866A}" dt="2025-06-29T20:09:07.042" v="2776"/>
          <ac:spMkLst>
            <pc:docMk/>
            <pc:sldMk cId="984394870" sldId="267"/>
            <ac:spMk id="4" creationId="{19B7F936-7F5A-6B88-58E6-AA2D8878C4B6}"/>
          </ac:spMkLst>
        </pc:spChg>
        <pc:picChg chg="add mod modCrop">
          <ac:chgData name="Cervan Canton Alvaro W.MSCIDS_F24.2301" userId="09644743-1044-4338-95c6-f7c68461d1d3" providerId="ADAL" clId="{47809704-D555-43E9-8763-C18ABFFD866A}" dt="2025-06-29T20:12:48.031" v="2827" actId="1076"/>
          <ac:picMkLst>
            <pc:docMk/>
            <pc:sldMk cId="984394870" sldId="267"/>
            <ac:picMk id="6" creationId="{6F7F44FC-4E03-0ABF-B2D2-B8357013F18A}"/>
          </ac:picMkLst>
        </pc:picChg>
      </pc:sldChg>
      <pc:sldChg chg="addSp modSp new del mod setBg">
        <pc:chgData name="Cervan Canton Alvaro W.MSCIDS_F24.2301" userId="09644743-1044-4338-95c6-f7c68461d1d3" providerId="ADAL" clId="{47809704-D555-43E9-8763-C18ABFFD866A}" dt="2025-06-29T20:29:16.003" v="3138" actId="2696"/>
        <pc:sldMkLst>
          <pc:docMk/>
          <pc:sldMk cId="2522694870" sldId="268"/>
        </pc:sldMkLst>
        <pc:spChg chg="mod">
          <ac:chgData name="Cervan Canton Alvaro W.MSCIDS_F24.2301" userId="09644743-1044-4338-95c6-f7c68461d1d3" providerId="ADAL" clId="{47809704-D555-43E9-8763-C18ABFFD866A}" dt="2025-06-29T20:28:08.887" v="3125" actId="1076"/>
          <ac:spMkLst>
            <pc:docMk/>
            <pc:sldMk cId="2522694870" sldId="268"/>
            <ac:spMk id="2" creationId="{FF365628-049E-9992-49EF-EEE27A6201B2}"/>
          </ac:spMkLst>
        </pc:spChg>
        <pc:spChg chg="mod">
          <ac:chgData name="Cervan Canton Alvaro W.MSCIDS_F24.2301" userId="09644743-1044-4338-95c6-f7c68461d1d3" providerId="ADAL" clId="{47809704-D555-43E9-8763-C18ABFFD866A}" dt="2025-06-29T20:27:57.128" v="3123" actId="26606"/>
          <ac:spMkLst>
            <pc:docMk/>
            <pc:sldMk cId="2522694870" sldId="268"/>
            <ac:spMk id="3" creationId="{65518192-0545-B17B-4EA3-4AD08303C051}"/>
          </ac:spMkLst>
        </pc:spChg>
        <pc:spChg chg="add">
          <ac:chgData name="Cervan Canton Alvaro W.MSCIDS_F24.2301" userId="09644743-1044-4338-95c6-f7c68461d1d3" providerId="ADAL" clId="{47809704-D555-43E9-8763-C18ABFFD866A}" dt="2025-06-29T20:27:57.128" v="3123" actId="26606"/>
          <ac:spMkLst>
            <pc:docMk/>
            <pc:sldMk cId="2522694870" sldId="268"/>
            <ac:spMk id="10" creationId="{CBB0869A-0BE5-B3E9-F73D-2F3691E4D932}"/>
          </ac:spMkLst>
        </pc:spChg>
        <pc:picChg chg="add mod">
          <ac:chgData name="Cervan Canton Alvaro W.MSCIDS_F24.2301" userId="09644743-1044-4338-95c6-f7c68461d1d3" providerId="ADAL" clId="{47809704-D555-43E9-8763-C18ABFFD866A}" dt="2025-06-29T20:28:04.167" v="3124" actId="14100"/>
          <ac:picMkLst>
            <pc:docMk/>
            <pc:sldMk cId="2522694870" sldId="268"/>
            <ac:picMk id="5" creationId="{C71DC73E-F2B0-B39B-8B7D-E0AA83CA9BCB}"/>
          </ac:picMkLst>
        </pc:picChg>
      </pc:sldChg>
      <pc:sldChg chg="addSp delSp modSp add mod">
        <pc:chgData name="Cervan Canton Alvaro W.MSCIDS_F24.2301" userId="09644743-1044-4338-95c6-f7c68461d1d3" providerId="ADAL" clId="{47809704-D555-43E9-8763-C18ABFFD866A}" dt="2025-06-29T20:55:59.899" v="3958" actId="20577"/>
        <pc:sldMkLst>
          <pc:docMk/>
          <pc:sldMk cId="253357861" sldId="269"/>
        </pc:sldMkLst>
        <pc:spChg chg="mod">
          <ac:chgData name="Cervan Canton Alvaro W.MSCIDS_F24.2301" userId="09644743-1044-4338-95c6-f7c68461d1d3" providerId="ADAL" clId="{47809704-D555-43E9-8763-C18ABFFD866A}" dt="2025-06-28T00:12:52.548" v="1045" actId="20577"/>
          <ac:spMkLst>
            <pc:docMk/>
            <pc:sldMk cId="253357861" sldId="269"/>
            <ac:spMk id="2" creationId="{FF365628-049E-9992-49EF-EEE27A6201B2}"/>
          </ac:spMkLst>
        </pc:spChg>
        <pc:spChg chg="del">
          <ac:chgData name="Cervan Canton Alvaro W.MSCIDS_F24.2301" userId="09644743-1044-4338-95c6-f7c68461d1d3" providerId="ADAL" clId="{47809704-D555-43E9-8763-C18ABFFD866A}" dt="2025-06-29T20:50:25.965" v="3696"/>
          <ac:spMkLst>
            <pc:docMk/>
            <pc:sldMk cId="253357861" sldId="269"/>
            <ac:spMk id="3" creationId="{65518192-0545-B17B-4EA3-4AD08303C051}"/>
          </ac:spMkLst>
        </pc:spChg>
        <pc:spChg chg="add mod">
          <ac:chgData name="Cervan Canton Alvaro W.MSCIDS_F24.2301" userId="09644743-1044-4338-95c6-f7c68461d1d3" providerId="ADAL" clId="{47809704-D555-43E9-8763-C18ABFFD866A}" dt="2025-06-29T20:55:59.899" v="3958" actId="20577"/>
          <ac:spMkLst>
            <pc:docMk/>
            <pc:sldMk cId="253357861" sldId="269"/>
            <ac:spMk id="6" creationId="{E8770D66-49D2-5060-E7CB-8E1B7A969801}"/>
          </ac:spMkLst>
        </pc:spChg>
        <pc:spChg chg="add">
          <ac:chgData name="Cervan Canton Alvaro W.MSCIDS_F24.2301" userId="09644743-1044-4338-95c6-f7c68461d1d3" providerId="ADAL" clId="{47809704-D555-43E9-8763-C18ABFFD866A}" dt="2025-06-29T20:53:50.607" v="3836"/>
          <ac:spMkLst>
            <pc:docMk/>
            <pc:sldMk cId="253357861" sldId="269"/>
            <ac:spMk id="7" creationId="{BFED14D5-DC8A-E222-2A0A-D309A5A03623}"/>
          </ac:spMkLst>
        </pc:spChg>
        <pc:picChg chg="add mod">
          <ac:chgData name="Cervan Canton Alvaro W.MSCIDS_F24.2301" userId="09644743-1044-4338-95c6-f7c68461d1d3" providerId="ADAL" clId="{47809704-D555-43E9-8763-C18ABFFD866A}" dt="2025-06-29T20:50:34.359" v="3701" actId="1076"/>
          <ac:picMkLst>
            <pc:docMk/>
            <pc:sldMk cId="253357861" sldId="269"/>
            <ac:picMk id="5" creationId="{6D77D4CA-C9F3-4073-7B47-ACDBC5B2E972}"/>
          </ac:picMkLst>
        </pc:picChg>
      </pc:sldChg>
      <pc:sldChg chg="addSp delSp modSp add mod">
        <pc:chgData name="Cervan Canton Alvaro W.MSCIDS_F24.2301" userId="09644743-1044-4338-95c6-f7c68461d1d3" providerId="ADAL" clId="{47809704-D555-43E9-8763-C18ABFFD866A}" dt="2025-06-28T23:12:42.900" v="2296" actId="6549"/>
        <pc:sldMkLst>
          <pc:docMk/>
          <pc:sldMk cId="3653057986" sldId="270"/>
        </pc:sldMkLst>
        <pc:spChg chg="mod">
          <ac:chgData name="Cervan Canton Alvaro W.MSCIDS_F24.2301" userId="09644743-1044-4338-95c6-f7c68461d1d3" providerId="ADAL" clId="{47809704-D555-43E9-8763-C18ABFFD866A}" dt="2025-06-28T22:48:43.183" v="1756" actId="20577"/>
          <ac:spMkLst>
            <pc:docMk/>
            <pc:sldMk cId="3653057986" sldId="270"/>
            <ac:spMk id="2" creationId="{ABAA091E-A79B-A64F-5B66-50BDC9382FAC}"/>
          </ac:spMkLst>
        </pc:spChg>
        <pc:spChg chg="mod">
          <ac:chgData name="Cervan Canton Alvaro W.MSCIDS_F24.2301" userId="09644743-1044-4338-95c6-f7c68461d1d3" providerId="ADAL" clId="{47809704-D555-43E9-8763-C18ABFFD866A}" dt="2025-06-28T23:12:42.900" v="2296" actId="6549"/>
          <ac:spMkLst>
            <pc:docMk/>
            <pc:sldMk cId="3653057986" sldId="270"/>
            <ac:spMk id="3" creationId="{E60DA390-2E8B-082C-7D4C-CC5FE49679EE}"/>
          </ac:spMkLst>
        </pc:spChg>
        <pc:spChg chg="add">
          <ac:chgData name="Cervan Canton Alvaro W.MSCIDS_F24.2301" userId="09644743-1044-4338-95c6-f7c68461d1d3" providerId="ADAL" clId="{47809704-D555-43E9-8763-C18ABFFD866A}" dt="2025-06-28T22:56:49.674" v="1814"/>
          <ac:spMkLst>
            <pc:docMk/>
            <pc:sldMk cId="3653057986" sldId="270"/>
            <ac:spMk id="9" creationId="{8DB4FD09-F373-02E7-0A71-FAA5A6D974EC}"/>
          </ac:spMkLst>
        </pc:spChg>
        <pc:spChg chg="mod">
          <ac:chgData name="Cervan Canton Alvaro W.MSCIDS_F24.2301" userId="09644743-1044-4338-95c6-f7c68461d1d3" providerId="ADAL" clId="{47809704-D555-43E9-8763-C18ABFFD866A}" dt="2025-06-28T23:00:54.186" v="2072" actId="1076"/>
          <ac:spMkLst>
            <pc:docMk/>
            <pc:sldMk cId="3653057986" sldId="270"/>
            <ac:spMk id="10" creationId="{977DDC21-4FA7-C6E5-5FF8-5CAD877B7EA0}"/>
          </ac:spMkLst>
        </pc:spChg>
        <pc:picChg chg="del">
          <ac:chgData name="Cervan Canton Alvaro W.MSCIDS_F24.2301" userId="09644743-1044-4338-95c6-f7c68461d1d3" providerId="ADAL" clId="{47809704-D555-43E9-8763-C18ABFFD866A}" dt="2025-06-28T22:50:13.242" v="1757" actId="478"/>
          <ac:picMkLst>
            <pc:docMk/>
            <pc:sldMk cId="3653057986" sldId="270"/>
            <ac:picMk id="4" creationId="{3C1CF4E7-D23A-B46D-CDAA-D507B6AAF57A}"/>
          </ac:picMkLst>
        </pc:picChg>
        <pc:picChg chg="add del mod">
          <ac:chgData name="Cervan Canton Alvaro W.MSCIDS_F24.2301" userId="09644743-1044-4338-95c6-f7c68461d1d3" providerId="ADAL" clId="{47809704-D555-43E9-8763-C18ABFFD866A}" dt="2025-06-28T22:52:13.666" v="1769" actId="478"/>
          <ac:picMkLst>
            <pc:docMk/>
            <pc:sldMk cId="3653057986" sldId="270"/>
            <ac:picMk id="6" creationId="{CF646954-0CCB-E924-FBC3-AB9A05654088}"/>
          </ac:picMkLst>
        </pc:picChg>
        <pc:picChg chg="add mod">
          <ac:chgData name="Cervan Canton Alvaro W.MSCIDS_F24.2301" userId="09644743-1044-4338-95c6-f7c68461d1d3" providerId="ADAL" clId="{47809704-D555-43E9-8763-C18ABFFD866A}" dt="2025-06-28T23:01:04.954" v="2073" actId="1076"/>
          <ac:picMkLst>
            <pc:docMk/>
            <pc:sldMk cId="3653057986" sldId="270"/>
            <ac:picMk id="8" creationId="{68BE0921-8C02-24C4-58B2-64506D720973}"/>
          </ac:picMkLst>
        </pc:picChg>
      </pc:sldChg>
      <pc:sldChg chg="addSp delSp modSp new mod setBg">
        <pc:chgData name="Cervan Canton Alvaro W.MSCIDS_F24.2301" userId="09644743-1044-4338-95c6-f7c68461d1d3" providerId="ADAL" clId="{47809704-D555-43E9-8763-C18ABFFD866A}" dt="2025-06-29T20:17:20.663" v="2935" actId="1076"/>
        <pc:sldMkLst>
          <pc:docMk/>
          <pc:sldMk cId="2743383934" sldId="271"/>
        </pc:sldMkLst>
        <pc:spChg chg="mod ord">
          <ac:chgData name="Cervan Canton Alvaro W.MSCIDS_F24.2301" userId="09644743-1044-4338-95c6-f7c68461d1d3" providerId="ADAL" clId="{47809704-D555-43E9-8763-C18ABFFD866A}" dt="2025-06-29T20:14:33.635" v="2851" actId="166"/>
          <ac:spMkLst>
            <pc:docMk/>
            <pc:sldMk cId="2743383934" sldId="271"/>
            <ac:spMk id="2" creationId="{F940F301-08A0-A00B-AC7C-1C8518D39654}"/>
          </ac:spMkLst>
        </pc:spChg>
        <pc:spChg chg="del">
          <ac:chgData name="Cervan Canton Alvaro W.MSCIDS_F24.2301" userId="09644743-1044-4338-95c6-f7c68461d1d3" providerId="ADAL" clId="{47809704-D555-43E9-8763-C18ABFFD866A}" dt="2025-06-29T19:58:29.108" v="2574"/>
          <ac:spMkLst>
            <pc:docMk/>
            <pc:sldMk cId="2743383934" sldId="271"/>
            <ac:spMk id="3" creationId="{EA7B584B-67BA-3BDA-D2C9-B82CAFD275BB}"/>
          </ac:spMkLst>
        </pc:spChg>
        <pc:spChg chg="add del">
          <ac:chgData name="Cervan Canton Alvaro W.MSCIDS_F24.2301" userId="09644743-1044-4338-95c6-f7c68461d1d3" providerId="ADAL" clId="{47809704-D555-43E9-8763-C18ABFFD866A}" dt="2025-06-29T20:01:09.027" v="2609" actId="11529"/>
          <ac:spMkLst>
            <pc:docMk/>
            <pc:sldMk cId="2743383934" sldId="271"/>
            <ac:spMk id="8" creationId="{CA78C022-F398-D2AE-6FFE-D3B36635B27D}"/>
          </ac:spMkLst>
        </pc:spChg>
        <pc:spChg chg="add del mod">
          <ac:chgData name="Cervan Canton Alvaro W.MSCIDS_F24.2301" userId="09644743-1044-4338-95c6-f7c68461d1d3" providerId="ADAL" clId="{47809704-D555-43E9-8763-C18ABFFD866A}" dt="2025-06-29T20:00:28.569" v="2606" actId="22"/>
          <ac:spMkLst>
            <pc:docMk/>
            <pc:sldMk cId="2743383934" sldId="271"/>
            <ac:spMk id="9" creationId="{5B02B1F0-23D0-4E2C-FF18-F757A58F4EF8}"/>
          </ac:spMkLst>
        </pc:spChg>
        <pc:spChg chg="add mod">
          <ac:chgData name="Cervan Canton Alvaro W.MSCIDS_F24.2301" userId="09644743-1044-4338-95c6-f7c68461d1d3" providerId="ADAL" clId="{47809704-D555-43E9-8763-C18ABFFD866A}" dt="2025-06-29T20:03:34.962" v="2771" actId="14100"/>
          <ac:spMkLst>
            <pc:docMk/>
            <pc:sldMk cId="2743383934" sldId="271"/>
            <ac:spMk id="10" creationId="{1DB9B3BD-91C7-3084-7AD6-319CFCC8A5E5}"/>
          </ac:spMkLst>
        </pc:spChg>
        <pc:spChg chg="add mod">
          <ac:chgData name="Cervan Canton Alvaro W.MSCIDS_F24.2301" userId="09644743-1044-4338-95c6-f7c68461d1d3" providerId="ADAL" clId="{47809704-D555-43E9-8763-C18ABFFD866A}" dt="2025-06-29T20:17:20.663" v="2935" actId="1076"/>
          <ac:spMkLst>
            <pc:docMk/>
            <pc:sldMk cId="2743383934" sldId="271"/>
            <ac:spMk id="11" creationId="{31CAA0D0-0058-458B-6275-70DE33F93685}"/>
          </ac:spMkLst>
        </pc:spChg>
        <pc:spChg chg="add">
          <ac:chgData name="Cervan Canton Alvaro W.MSCIDS_F24.2301" userId="09644743-1044-4338-95c6-f7c68461d1d3" providerId="ADAL" clId="{47809704-D555-43E9-8763-C18ABFFD866A}" dt="2025-06-29T19:58:37.571" v="2577" actId="26606"/>
          <ac:spMkLst>
            <pc:docMk/>
            <pc:sldMk cId="2743383934" sldId="271"/>
            <ac:spMk id="12" creationId="{C20CE451-818C-E63D-258B-234B6C543D34}"/>
          </ac:spMkLst>
        </pc:spChg>
        <pc:picChg chg="add mod modCrop">
          <ac:chgData name="Cervan Canton Alvaro W.MSCIDS_F24.2301" userId="09644743-1044-4338-95c6-f7c68461d1d3" providerId="ADAL" clId="{47809704-D555-43E9-8763-C18ABFFD866A}" dt="2025-06-29T20:04:51.247" v="2774" actId="14100"/>
          <ac:picMkLst>
            <pc:docMk/>
            <pc:sldMk cId="2743383934" sldId="271"/>
            <ac:picMk id="5" creationId="{CFD2E0B5-B74F-284F-A808-7722790A54A2}"/>
          </ac:picMkLst>
        </pc:picChg>
        <pc:picChg chg="add mod ord">
          <ac:chgData name="Cervan Canton Alvaro W.MSCIDS_F24.2301" userId="09644743-1044-4338-95c6-f7c68461d1d3" providerId="ADAL" clId="{47809704-D555-43E9-8763-C18ABFFD866A}" dt="2025-06-29T20:15:51.335" v="2881" actId="1076"/>
          <ac:picMkLst>
            <pc:docMk/>
            <pc:sldMk cId="2743383934" sldId="271"/>
            <ac:picMk id="7" creationId="{F8A96A85-122B-EE62-619B-1B8BA530AA98}"/>
          </ac:picMkLst>
        </pc:picChg>
      </pc:sldChg>
      <pc:sldChg chg="addSp delSp modSp new mod">
        <pc:chgData name="Cervan Canton Alvaro W.MSCIDS_F24.2301" userId="09644743-1044-4338-95c6-f7c68461d1d3" providerId="ADAL" clId="{47809704-D555-43E9-8763-C18ABFFD866A}" dt="2025-06-29T20:24:18.556" v="3116"/>
        <pc:sldMkLst>
          <pc:docMk/>
          <pc:sldMk cId="1022207080" sldId="272"/>
        </pc:sldMkLst>
        <pc:spChg chg="mod ord">
          <ac:chgData name="Cervan Canton Alvaro W.MSCIDS_F24.2301" userId="09644743-1044-4338-95c6-f7c68461d1d3" providerId="ADAL" clId="{47809704-D555-43E9-8763-C18ABFFD866A}" dt="2025-06-29T20:19:15.968" v="2952" actId="166"/>
          <ac:spMkLst>
            <pc:docMk/>
            <pc:sldMk cId="1022207080" sldId="272"/>
            <ac:spMk id="2" creationId="{ACD54872-147D-6054-11F5-9986B6DBE3C5}"/>
          </ac:spMkLst>
        </pc:spChg>
        <pc:spChg chg="add del mod">
          <ac:chgData name="Cervan Canton Alvaro W.MSCIDS_F24.2301" userId="09644743-1044-4338-95c6-f7c68461d1d3" providerId="ADAL" clId="{47809704-D555-43E9-8763-C18ABFFD866A}" dt="2025-06-29T20:18:48.932" v="2943"/>
          <ac:spMkLst>
            <pc:docMk/>
            <pc:sldMk cId="1022207080" sldId="272"/>
            <ac:spMk id="3" creationId="{1217199C-58C0-22C3-E6C4-233C97720D5A}"/>
          </ac:spMkLst>
        </pc:spChg>
        <pc:spChg chg="add mod">
          <ac:chgData name="Cervan Canton Alvaro W.MSCIDS_F24.2301" userId="09644743-1044-4338-95c6-f7c68461d1d3" providerId="ADAL" clId="{47809704-D555-43E9-8763-C18ABFFD866A}" dt="2025-06-29T20:20:08.447" v="2961" actId="20577"/>
          <ac:spMkLst>
            <pc:docMk/>
            <pc:sldMk cId="1022207080" sldId="272"/>
            <ac:spMk id="10" creationId="{D6E9C06A-B626-7E83-3E7B-23ACFE6B27DC}"/>
          </ac:spMkLst>
        </pc:spChg>
        <pc:spChg chg="add mod">
          <ac:chgData name="Cervan Canton Alvaro W.MSCIDS_F24.2301" userId="09644743-1044-4338-95c6-f7c68461d1d3" providerId="ADAL" clId="{47809704-D555-43E9-8763-C18ABFFD866A}" dt="2025-06-29T20:24:18.556" v="3116"/>
          <ac:spMkLst>
            <pc:docMk/>
            <pc:sldMk cId="1022207080" sldId="272"/>
            <ac:spMk id="11" creationId="{B41B0D44-A7E0-5FA0-A4C6-9DCD6E951AFC}"/>
          </ac:spMkLst>
        </pc:spChg>
        <pc:picChg chg="add mod">
          <ac:chgData name="Cervan Canton Alvaro W.MSCIDS_F24.2301" userId="09644743-1044-4338-95c6-f7c68461d1d3" providerId="ADAL" clId="{47809704-D555-43E9-8763-C18ABFFD866A}" dt="2025-06-29T20:19:32.879" v="2953" actId="14100"/>
          <ac:picMkLst>
            <pc:docMk/>
            <pc:sldMk cId="1022207080" sldId="272"/>
            <ac:picMk id="5" creationId="{015A7E74-795E-0269-419B-267B25B05909}"/>
          </ac:picMkLst>
        </pc:picChg>
        <pc:picChg chg="add mod">
          <ac:chgData name="Cervan Canton Alvaro W.MSCIDS_F24.2301" userId="09644743-1044-4338-95c6-f7c68461d1d3" providerId="ADAL" clId="{47809704-D555-43E9-8763-C18ABFFD866A}" dt="2025-06-29T20:18:39.579" v="2942"/>
          <ac:picMkLst>
            <pc:docMk/>
            <pc:sldMk cId="1022207080" sldId="272"/>
            <ac:picMk id="7" creationId="{9AEA7BAF-FB66-5558-8FC5-655FA967BA0D}"/>
          </ac:picMkLst>
        </pc:picChg>
        <pc:picChg chg="add mod">
          <ac:chgData name="Cervan Canton Alvaro W.MSCIDS_F24.2301" userId="09644743-1044-4338-95c6-f7c68461d1d3" providerId="ADAL" clId="{47809704-D555-43E9-8763-C18ABFFD866A}" dt="2025-06-29T20:19:10.447" v="2951" actId="14100"/>
          <ac:picMkLst>
            <pc:docMk/>
            <pc:sldMk cId="1022207080" sldId="272"/>
            <ac:picMk id="9" creationId="{D7290B01-5FF6-20C3-262E-0FC326354190}"/>
          </ac:picMkLst>
        </pc:picChg>
      </pc:sldChg>
      <pc:sldChg chg="addSp delSp modSp add mod">
        <pc:chgData name="Cervan Canton Alvaro W.MSCIDS_F24.2301" userId="09644743-1044-4338-95c6-f7c68461d1d3" providerId="ADAL" clId="{47809704-D555-43E9-8763-C18ABFFD866A}" dt="2025-06-29T21:04:46.343" v="4125" actId="1076"/>
        <pc:sldMkLst>
          <pc:docMk/>
          <pc:sldMk cId="4079644549" sldId="273"/>
        </pc:sldMkLst>
        <pc:spChg chg="mod">
          <ac:chgData name="Cervan Canton Alvaro W.MSCIDS_F24.2301" userId="09644743-1044-4338-95c6-f7c68461d1d3" providerId="ADAL" clId="{47809704-D555-43E9-8763-C18ABFFD866A}" dt="2025-06-29T20:28:27.661" v="3127"/>
          <ac:spMkLst>
            <pc:docMk/>
            <pc:sldMk cId="4079644549" sldId="273"/>
            <ac:spMk id="2" creationId="{ACD54872-147D-6054-11F5-9986B6DBE3C5}"/>
          </ac:spMkLst>
        </pc:spChg>
        <pc:spChg chg="add del mod">
          <ac:chgData name="Cervan Canton Alvaro W.MSCIDS_F24.2301" userId="09644743-1044-4338-95c6-f7c68461d1d3" providerId="ADAL" clId="{47809704-D555-43E9-8763-C18ABFFD866A}" dt="2025-06-29T20:28:49.034" v="3134"/>
          <ac:spMkLst>
            <pc:docMk/>
            <pc:sldMk cId="4079644549" sldId="273"/>
            <ac:spMk id="4" creationId="{BC9A9D57-AB55-7FF1-04C5-0CB59BF4DA1B}"/>
          </ac:spMkLst>
        </pc:spChg>
        <pc:spChg chg="add mod">
          <ac:chgData name="Cervan Canton Alvaro W.MSCIDS_F24.2301" userId="09644743-1044-4338-95c6-f7c68461d1d3" providerId="ADAL" clId="{47809704-D555-43E9-8763-C18ABFFD866A}" dt="2025-06-29T20:38:46.627" v="3485" actId="20577"/>
          <ac:spMkLst>
            <pc:docMk/>
            <pc:sldMk cId="4079644549" sldId="273"/>
            <ac:spMk id="7" creationId="{3CBD4DF5-7CC5-9AFE-8451-6CC9B5F9EBC5}"/>
          </ac:spMkLst>
        </pc:spChg>
        <pc:spChg chg="del">
          <ac:chgData name="Cervan Canton Alvaro W.MSCIDS_F24.2301" userId="09644743-1044-4338-95c6-f7c68461d1d3" providerId="ADAL" clId="{47809704-D555-43E9-8763-C18ABFFD866A}" dt="2025-06-29T20:28:40.109" v="3130" actId="478"/>
          <ac:spMkLst>
            <pc:docMk/>
            <pc:sldMk cId="4079644549" sldId="273"/>
            <ac:spMk id="10" creationId="{D6E9C06A-B626-7E83-3E7B-23ACFE6B27DC}"/>
          </ac:spMkLst>
        </pc:spChg>
        <pc:spChg chg="del mod">
          <ac:chgData name="Cervan Canton Alvaro W.MSCIDS_F24.2301" userId="09644743-1044-4338-95c6-f7c68461d1d3" providerId="ADAL" clId="{47809704-D555-43E9-8763-C18ABFFD866A}" dt="2025-06-29T20:28:40.142" v="3132"/>
          <ac:spMkLst>
            <pc:docMk/>
            <pc:sldMk cId="4079644549" sldId="273"/>
            <ac:spMk id="11" creationId="{B41B0D44-A7E0-5FA0-A4C6-9DCD6E951AFC}"/>
          </ac:spMkLst>
        </pc:spChg>
        <pc:picChg chg="del">
          <ac:chgData name="Cervan Canton Alvaro W.MSCIDS_F24.2301" userId="09644743-1044-4338-95c6-f7c68461d1d3" providerId="ADAL" clId="{47809704-D555-43E9-8763-C18ABFFD866A}" dt="2025-06-29T20:28:33.422" v="3128" actId="478"/>
          <ac:picMkLst>
            <pc:docMk/>
            <pc:sldMk cId="4079644549" sldId="273"/>
            <ac:picMk id="5" creationId="{015A7E74-795E-0269-419B-267B25B05909}"/>
          </ac:picMkLst>
        </pc:picChg>
        <pc:picChg chg="add mod">
          <ac:chgData name="Cervan Canton Alvaro W.MSCIDS_F24.2301" userId="09644743-1044-4338-95c6-f7c68461d1d3" providerId="ADAL" clId="{47809704-D555-43E9-8763-C18ABFFD866A}" dt="2025-06-29T21:04:21.216" v="4118" actId="1076"/>
          <ac:picMkLst>
            <pc:docMk/>
            <pc:sldMk cId="4079644549" sldId="273"/>
            <ac:picMk id="6" creationId="{407BC509-C67E-98F9-EAE1-6B7856C375A7}"/>
          </ac:picMkLst>
        </pc:picChg>
        <pc:picChg chg="del">
          <ac:chgData name="Cervan Canton Alvaro W.MSCIDS_F24.2301" userId="09644743-1044-4338-95c6-f7c68461d1d3" providerId="ADAL" clId="{47809704-D555-43E9-8763-C18ABFFD866A}" dt="2025-06-29T20:28:45.114" v="3133" actId="478"/>
          <ac:picMkLst>
            <pc:docMk/>
            <pc:sldMk cId="4079644549" sldId="273"/>
            <ac:picMk id="9" creationId="{D7290B01-5FF6-20C3-262E-0FC326354190}"/>
          </ac:picMkLst>
        </pc:picChg>
        <pc:picChg chg="add mod modCrop">
          <ac:chgData name="Cervan Canton Alvaro W.MSCIDS_F24.2301" userId="09644743-1044-4338-95c6-f7c68461d1d3" providerId="ADAL" clId="{47809704-D555-43E9-8763-C18ABFFD866A}" dt="2025-06-29T21:04:46.343" v="4125" actId="1076"/>
          <ac:picMkLst>
            <pc:docMk/>
            <pc:sldMk cId="4079644549" sldId="273"/>
            <ac:picMk id="12" creationId="{23C20CB9-0DAC-FE94-D13B-85874DA94B9D}"/>
          </ac:picMkLst>
        </pc:picChg>
      </pc:sldChg>
      <pc:sldChg chg="addSp delSp modSp new mod">
        <pc:chgData name="Cervan Canton Alvaro W.MSCIDS_F24.2301" userId="09644743-1044-4338-95c6-f7c68461d1d3" providerId="ADAL" clId="{47809704-D555-43E9-8763-C18ABFFD866A}" dt="2025-06-29T21:03:06.604" v="4117" actId="20577"/>
        <pc:sldMkLst>
          <pc:docMk/>
          <pc:sldMk cId="1734992041" sldId="274"/>
        </pc:sldMkLst>
        <pc:spChg chg="mod">
          <ac:chgData name="Cervan Canton Alvaro W.MSCIDS_F24.2301" userId="09644743-1044-4338-95c6-f7c68461d1d3" providerId="ADAL" clId="{47809704-D555-43E9-8763-C18ABFFD866A}" dt="2025-06-29T20:39:51.628" v="3508" actId="20577"/>
          <ac:spMkLst>
            <pc:docMk/>
            <pc:sldMk cId="1734992041" sldId="274"/>
            <ac:spMk id="2" creationId="{B5D233E2-1138-2856-831A-27E03C344295}"/>
          </ac:spMkLst>
        </pc:spChg>
        <pc:spChg chg="del">
          <ac:chgData name="Cervan Canton Alvaro W.MSCIDS_F24.2301" userId="09644743-1044-4338-95c6-f7c68461d1d3" providerId="ADAL" clId="{47809704-D555-43E9-8763-C18ABFFD866A}" dt="2025-06-29T20:39:04.619" v="3487" actId="22"/>
          <ac:spMkLst>
            <pc:docMk/>
            <pc:sldMk cId="1734992041" sldId="274"/>
            <ac:spMk id="3" creationId="{D55FCE19-1CA4-87EE-3FB4-7DE3537B0C41}"/>
          </ac:spMkLst>
        </pc:spChg>
        <pc:spChg chg="add del mod">
          <ac:chgData name="Cervan Canton Alvaro W.MSCIDS_F24.2301" userId="09644743-1044-4338-95c6-f7c68461d1d3" providerId="ADAL" clId="{47809704-D555-43E9-8763-C18ABFFD866A}" dt="2025-06-29T20:41:04.689" v="3514"/>
          <ac:spMkLst>
            <pc:docMk/>
            <pc:sldMk cId="1734992041" sldId="274"/>
            <ac:spMk id="6" creationId="{36AC45CB-FC54-A88D-D5BB-A4AAC5C328B8}"/>
          </ac:spMkLst>
        </pc:spChg>
        <pc:spChg chg="add mod">
          <ac:chgData name="Cervan Canton Alvaro W.MSCIDS_F24.2301" userId="09644743-1044-4338-95c6-f7c68461d1d3" providerId="ADAL" clId="{47809704-D555-43E9-8763-C18ABFFD866A}" dt="2025-06-29T21:03:06.604" v="4117" actId="20577"/>
          <ac:spMkLst>
            <pc:docMk/>
            <pc:sldMk cId="1734992041" sldId="274"/>
            <ac:spMk id="7" creationId="{B0478D3E-366B-3D9C-2D6A-802B834292C8}"/>
          </ac:spMkLst>
        </pc:spChg>
        <pc:picChg chg="add mod ord">
          <ac:chgData name="Cervan Canton Alvaro W.MSCIDS_F24.2301" userId="09644743-1044-4338-95c6-f7c68461d1d3" providerId="ADAL" clId="{47809704-D555-43E9-8763-C18ABFFD866A}" dt="2025-06-29T20:41:02.231" v="3512" actId="14100"/>
          <ac:picMkLst>
            <pc:docMk/>
            <pc:sldMk cId="1734992041" sldId="274"/>
            <ac:picMk id="5" creationId="{84BC6772-B94E-E397-3B45-9228E54CF73A}"/>
          </ac:picMkLst>
        </pc:picChg>
      </pc:sldChg>
      <pc:sldChg chg="addSp delSp modSp add mod">
        <pc:chgData name="Cervan Canton Alvaro W.MSCIDS_F24.2301" userId="09644743-1044-4338-95c6-f7c68461d1d3" providerId="ADAL" clId="{47809704-D555-43E9-8763-C18ABFFD866A}" dt="2025-06-30T12:54:18.078" v="4355" actId="113"/>
        <pc:sldMkLst>
          <pc:docMk/>
          <pc:sldMk cId="2152212823" sldId="275"/>
        </pc:sldMkLst>
        <pc:spChg chg="mod">
          <ac:chgData name="Cervan Canton Alvaro W.MSCIDS_F24.2301" userId="09644743-1044-4338-95c6-f7c68461d1d3" providerId="ADAL" clId="{47809704-D555-43E9-8763-C18ABFFD866A}" dt="2025-06-29T21:05:42.635" v="4139" actId="20577"/>
          <ac:spMkLst>
            <pc:docMk/>
            <pc:sldMk cId="2152212823" sldId="275"/>
            <ac:spMk id="2" creationId="{FF365628-049E-9992-49EF-EEE27A6201B2}"/>
          </ac:spMkLst>
        </pc:spChg>
        <pc:spChg chg="add del mod">
          <ac:chgData name="Cervan Canton Alvaro W.MSCIDS_F24.2301" userId="09644743-1044-4338-95c6-f7c68461d1d3" providerId="ADAL" clId="{47809704-D555-43E9-8763-C18ABFFD866A}" dt="2025-06-29T21:06:56.204" v="4142" actId="22"/>
          <ac:spMkLst>
            <pc:docMk/>
            <pc:sldMk cId="2152212823" sldId="275"/>
            <ac:spMk id="4" creationId="{C3E8227D-DBDA-6C47-D806-C07300FE1BF7}"/>
          </ac:spMkLst>
        </pc:spChg>
        <pc:spChg chg="mod">
          <ac:chgData name="Cervan Canton Alvaro W.MSCIDS_F24.2301" userId="09644743-1044-4338-95c6-f7c68461d1d3" providerId="ADAL" clId="{47809704-D555-43E9-8763-C18ABFFD866A}" dt="2025-06-30T12:54:18.078" v="4355" actId="113"/>
          <ac:spMkLst>
            <pc:docMk/>
            <pc:sldMk cId="2152212823" sldId="275"/>
            <ac:spMk id="6" creationId="{E8770D66-49D2-5060-E7CB-8E1B7A969801}"/>
          </ac:spMkLst>
        </pc:spChg>
        <pc:picChg chg="del">
          <ac:chgData name="Cervan Canton Alvaro W.MSCIDS_F24.2301" userId="09644743-1044-4338-95c6-f7c68461d1d3" providerId="ADAL" clId="{47809704-D555-43E9-8763-C18ABFFD866A}" dt="2025-06-29T21:06:54.661" v="4141" actId="478"/>
          <ac:picMkLst>
            <pc:docMk/>
            <pc:sldMk cId="2152212823" sldId="275"/>
            <ac:picMk id="5" creationId="{6D77D4CA-C9F3-4073-7B47-ACDBC5B2E972}"/>
          </ac:picMkLst>
        </pc:picChg>
        <pc:picChg chg="add mod ord">
          <ac:chgData name="Cervan Canton Alvaro W.MSCIDS_F24.2301" userId="09644743-1044-4338-95c6-f7c68461d1d3" providerId="ADAL" clId="{47809704-D555-43E9-8763-C18ABFFD866A}" dt="2025-06-29T21:08:02.367" v="4150" actId="14100"/>
          <ac:picMkLst>
            <pc:docMk/>
            <pc:sldMk cId="2152212823" sldId="275"/>
            <ac:picMk id="8" creationId="{0DF7B00E-0E90-E5B0-063E-008F12031085}"/>
          </ac:picMkLst>
        </pc:picChg>
        <pc:picChg chg="add mod">
          <ac:chgData name="Cervan Canton Alvaro W.MSCIDS_F24.2301" userId="09644743-1044-4338-95c6-f7c68461d1d3" providerId="ADAL" clId="{47809704-D555-43E9-8763-C18ABFFD866A}" dt="2025-06-29T21:07:54.471" v="4148" actId="1076"/>
          <ac:picMkLst>
            <pc:docMk/>
            <pc:sldMk cId="2152212823" sldId="275"/>
            <ac:picMk id="10" creationId="{CA5BE67E-3C29-D1E6-24E3-86CD313A852A}"/>
          </ac:picMkLst>
        </pc:picChg>
      </pc:sldChg>
      <pc:sldChg chg="addSp delSp modSp new mod setBg">
        <pc:chgData name="Cervan Canton Alvaro W.MSCIDS_F24.2301" userId="09644743-1044-4338-95c6-f7c68461d1d3" providerId="ADAL" clId="{47809704-D555-43E9-8763-C18ABFFD866A}" dt="2025-06-30T13:42:24.016" v="5001" actId="26606"/>
        <pc:sldMkLst>
          <pc:docMk/>
          <pc:sldMk cId="2810167478" sldId="276"/>
        </pc:sldMkLst>
        <pc:spChg chg="mod">
          <ac:chgData name="Cervan Canton Alvaro W.MSCIDS_F24.2301" userId="09644743-1044-4338-95c6-f7c68461d1d3" providerId="ADAL" clId="{47809704-D555-43E9-8763-C18ABFFD866A}" dt="2025-06-30T13:42:24.016" v="5001" actId="26606"/>
          <ac:spMkLst>
            <pc:docMk/>
            <pc:sldMk cId="2810167478" sldId="276"/>
            <ac:spMk id="2" creationId="{1DEB7DDF-20EA-DB5D-7462-FA8CACA19853}"/>
          </ac:spMkLst>
        </pc:spChg>
        <pc:spChg chg="add del mod">
          <ac:chgData name="Cervan Canton Alvaro W.MSCIDS_F24.2301" userId="09644743-1044-4338-95c6-f7c68461d1d3" providerId="ADAL" clId="{47809704-D555-43E9-8763-C18ABFFD866A}" dt="2025-06-30T13:42:24.016" v="5001" actId="26606"/>
          <ac:spMkLst>
            <pc:docMk/>
            <pc:sldMk cId="2810167478" sldId="276"/>
            <ac:spMk id="3" creationId="{D3A9411C-6CFE-1F25-BCCC-DB1A9C091B9B}"/>
          </ac:spMkLst>
        </pc:spChg>
        <pc:spChg chg="add mod">
          <ac:chgData name="Cervan Canton Alvaro W.MSCIDS_F24.2301" userId="09644743-1044-4338-95c6-f7c68461d1d3" providerId="ADAL" clId="{47809704-D555-43E9-8763-C18ABFFD866A}" dt="2025-06-30T12:37:13.087" v="4153"/>
          <ac:spMkLst>
            <pc:docMk/>
            <pc:sldMk cId="2810167478" sldId="276"/>
            <ac:spMk id="4" creationId="{D9A0CE65-CE2F-8AEC-1509-0AC7A4D70935}"/>
          </ac:spMkLst>
        </pc:spChg>
        <pc:spChg chg="add">
          <ac:chgData name="Cervan Canton Alvaro W.MSCIDS_F24.2301" userId="09644743-1044-4338-95c6-f7c68461d1d3" providerId="ADAL" clId="{47809704-D555-43E9-8763-C18ABFFD866A}" dt="2025-06-30T13:40:41.773" v="4936"/>
          <ac:spMkLst>
            <pc:docMk/>
            <pc:sldMk cId="2810167478" sldId="276"/>
            <ac:spMk id="6" creationId="{A2ACAF44-8402-83E3-A2D3-BC7AF8482752}"/>
          </ac:spMkLst>
        </pc:spChg>
        <pc:spChg chg="add">
          <ac:chgData name="Cervan Canton Alvaro W.MSCIDS_F24.2301" userId="09644743-1044-4338-95c6-f7c68461d1d3" providerId="ADAL" clId="{47809704-D555-43E9-8763-C18ABFFD866A}" dt="2025-06-30T13:41:01.377" v="4948"/>
          <ac:spMkLst>
            <pc:docMk/>
            <pc:sldMk cId="2810167478" sldId="276"/>
            <ac:spMk id="7" creationId="{EC8EBDD3-869B-A030-02B3-D6DB6B6A2BCE}"/>
          </ac:spMkLst>
        </pc:spChg>
        <pc:spChg chg="add del">
          <ac:chgData name="Cervan Canton Alvaro W.MSCIDS_F24.2301" userId="09644743-1044-4338-95c6-f7c68461d1d3" providerId="ADAL" clId="{47809704-D555-43E9-8763-C18ABFFD866A}" dt="2025-06-30T13:42:24.016" v="5001" actId="26606"/>
          <ac:spMkLst>
            <pc:docMk/>
            <pc:sldMk cId="2810167478" sldId="276"/>
            <ac:spMk id="9" creationId="{2961259D-605E-E200-FF9F-7C8C71D7C8E4}"/>
          </ac:spMkLst>
        </pc:spChg>
        <pc:spChg chg="add del">
          <ac:chgData name="Cervan Canton Alvaro W.MSCIDS_F24.2301" userId="09644743-1044-4338-95c6-f7c68461d1d3" providerId="ADAL" clId="{47809704-D555-43E9-8763-C18ABFFD866A}" dt="2025-06-30T13:42:24.016" v="5001" actId="26606"/>
          <ac:spMkLst>
            <pc:docMk/>
            <pc:sldMk cId="2810167478" sldId="276"/>
            <ac:spMk id="14" creationId="{2961259D-605E-E200-FF9F-7C8C71D7C8E4}"/>
          </ac:spMkLst>
        </pc:spChg>
        <pc:picChg chg="add mod">
          <ac:chgData name="Cervan Canton Alvaro W.MSCIDS_F24.2301" userId="09644743-1044-4338-95c6-f7c68461d1d3" providerId="ADAL" clId="{47809704-D555-43E9-8763-C18ABFFD866A}" dt="2025-06-30T13:42:24.016" v="5001" actId="26606"/>
          <ac:picMkLst>
            <pc:docMk/>
            <pc:sldMk cId="2810167478" sldId="276"/>
            <ac:picMk id="5" creationId="{CD32A0B8-F16D-A91B-F964-A921BDDBB1EE}"/>
          </ac:picMkLst>
        </pc:picChg>
      </pc:sldChg>
      <pc:sldChg chg="addSp delSp modSp new mod">
        <pc:chgData name="Cervan Canton Alvaro W.MSCIDS_F24.2301" userId="09644743-1044-4338-95c6-f7c68461d1d3" providerId="ADAL" clId="{47809704-D555-43E9-8763-C18ABFFD866A}" dt="2025-06-30T13:15:02.689" v="4816" actId="207"/>
        <pc:sldMkLst>
          <pc:docMk/>
          <pc:sldMk cId="2605861646" sldId="277"/>
        </pc:sldMkLst>
        <pc:spChg chg="mod">
          <ac:chgData name="Cervan Canton Alvaro W.MSCIDS_F24.2301" userId="09644743-1044-4338-95c6-f7c68461d1d3" providerId="ADAL" clId="{47809704-D555-43E9-8763-C18ABFFD866A}" dt="2025-06-30T12:54:59.249" v="4388" actId="20577"/>
          <ac:spMkLst>
            <pc:docMk/>
            <pc:sldMk cId="2605861646" sldId="277"/>
            <ac:spMk id="2" creationId="{E1D4A8BB-F858-1988-CD37-331E8D834DE7}"/>
          </ac:spMkLst>
        </pc:spChg>
        <pc:spChg chg="del">
          <ac:chgData name="Cervan Canton Alvaro W.MSCIDS_F24.2301" userId="09644743-1044-4338-95c6-f7c68461d1d3" providerId="ADAL" clId="{47809704-D555-43E9-8763-C18ABFFD866A}" dt="2025-06-30T13:04:56.816" v="4389" actId="22"/>
          <ac:spMkLst>
            <pc:docMk/>
            <pc:sldMk cId="2605861646" sldId="277"/>
            <ac:spMk id="3" creationId="{EA7BC501-DAAD-286F-D904-3C8CC7E14A65}"/>
          </ac:spMkLst>
        </pc:spChg>
        <pc:spChg chg="add mod">
          <ac:chgData name="Cervan Canton Alvaro W.MSCIDS_F24.2301" userId="09644743-1044-4338-95c6-f7c68461d1d3" providerId="ADAL" clId="{47809704-D555-43E9-8763-C18ABFFD866A}" dt="2025-06-30T13:06:37.019" v="4418" actId="1076"/>
          <ac:spMkLst>
            <pc:docMk/>
            <pc:sldMk cId="2605861646" sldId="277"/>
            <ac:spMk id="10" creationId="{02C72DA1-4B66-7286-946B-E342E23E69FB}"/>
          </ac:spMkLst>
        </pc:spChg>
        <pc:spChg chg="add mod">
          <ac:chgData name="Cervan Canton Alvaro W.MSCIDS_F24.2301" userId="09644743-1044-4338-95c6-f7c68461d1d3" providerId="ADAL" clId="{47809704-D555-43E9-8763-C18ABFFD866A}" dt="2025-06-30T13:12:40.482" v="4744" actId="20577"/>
          <ac:spMkLst>
            <pc:docMk/>
            <pc:sldMk cId="2605861646" sldId="277"/>
            <ac:spMk id="11" creationId="{1850E6B7-5F2F-C295-5BCE-0CD7B5AAF26C}"/>
          </ac:spMkLst>
        </pc:spChg>
        <pc:spChg chg="add mod">
          <ac:chgData name="Cervan Canton Alvaro W.MSCIDS_F24.2301" userId="09644743-1044-4338-95c6-f7c68461d1d3" providerId="ADAL" clId="{47809704-D555-43E9-8763-C18ABFFD866A}" dt="2025-06-30T13:12:43.727" v="4754" actId="20577"/>
          <ac:spMkLst>
            <pc:docMk/>
            <pc:sldMk cId="2605861646" sldId="277"/>
            <ac:spMk id="12" creationId="{83EB8173-1EC9-C37F-2393-AAFCFEF4BAB4}"/>
          </ac:spMkLst>
        </pc:spChg>
        <pc:spChg chg="add del mod">
          <ac:chgData name="Cervan Canton Alvaro W.MSCIDS_F24.2301" userId="09644743-1044-4338-95c6-f7c68461d1d3" providerId="ADAL" clId="{47809704-D555-43E9-8763-C18ABFFD866A}" dt="2025-06-30T13:08:03.512" v="4466"/>
          <ac:spMkLst>
            <pc:docMk/>
            <pc:sldMk cId="2605861646" sldId="277"/>
            <ac:spMk id="13" creationId="{590D9A6C-9129-B857-E2E7-595A53733E61}"/>
          </ac:spMkLst>
        </pc:spChg>
        <pc:spChg chg="add">
          <ac:chgData name="Cervan Canton Alvaro W.MSCIDS_F24.2301" userId="09644743-1044-4338-95c6-f7c68461d1d3" providerId="ADAL" clId="{47809704-D555-43E9-8763-C18ABFFD866A}" dt="2025-06-30T13:07:58.279" v="4464"/>
          <ac:spMkLst>
            <pc:docMk/>
            <pc:sldMk cId="2605861646" sldId="277"/>
            <ac:spMk id="14" creationId="{F657A392-3123-104F-1DAD-0263F723E272}"/>
          </ac:spMkLst>
        </pc:spChg>
        <pc:spChg chg="add mod">
          <ac:chgData name="Cervan Canton Alvaro W.MSCIDS_F24.2301" userId="09644743-1044-4338-95c6-f7c68461d1d3" providerId="ADAL" clId="{47809704-D555-43E9-8763-C18ABFFD866A}" dt="2025-06-30T13:13:09.344" v="4768" actId="14100"/>
          <ac:spMkLst>
            <pc:docMk/>
            <pc:sldMk cId="2605861646" sldId="277"/>
            <ac:spMk id="15" creationId="{BB6B339E-4AB4-5EDA-95D6-EACBB8DF960C}"/>
          </ac:spMkLst>
        </pc:spChg>
        <pc:spChg chg="add">
          <ac:chgData name="Cervan Canton Alvaro W.MSCIDS_F24.2301" userId="09644743-1044-4338-95c6-f7c68461d1d3" providerId="ADAL" clId="{47809704-D555-43E9-8763-C18ABFFD866A}" dt="2025-06-30T13:08:13.816" v="4468"/>
          <ac:spMkLst>
            <pc:docMk/>
            <pc:sldMk cId="2605861646" sldId="277"/>
            <ac:spMk id="16" creationId="{E83A16B6-440E-BAF0-885D-839653294F00}"/>
          </ac:spMkLst>
        </pc:spChg>
        <pc:spChg chg="add mod">
          <ac:chgData name="Cervan Canton Alvaro W.MSCIDS_F24.2301" userId="09644743-1044-4338-95c6-f7c68461d1d3" providerId="ADAL" clId="{47809704-D555-43E9-8763-C18ABFFD866A}" dt="2025-06-30T13:14:50.189" v="4813" actId="207"/>
          <ac:spMkLst>
            <pc:docMk/>
            <pc:sldMk cId="2605861646" sldId="277"/>
            <ac:spMk id="17" creationId="{E049EDF7-9229-030B-A16F-A74ABDE41563}"/>
          </ac:spMkLst>
        </pc:spChg>
        <pc:spChg chg="add mod">
          <ac:chgData name="Cervan Canton Alvaro W.MSCIDS_F24.2301" userId="09644743-1044-4338-95c6-f7c68461d1d3" providerId="ADAL" clId="{47809704-D555-43E9-8763-C18ABFFD866A}" dt="2025-06-30T13:15:02.689" v="4816" actId="207"/>
          <ac:spMkLst>
            <pc:docMk/>
            <pc:sldMk cId="2605861646" sldId="277"/>
            <ac:spMk id="18" creationId="{50CFB9DB-E750-8F94-D6FC-4BB043335BEB}"/>
          </ac:spMkLst>
        </pc:spChg>
        <pc:picChg chg="add mod ord">
          <ac:chgData name="Cervan Canton Alvaro W.MSCIDS_F24.2301" userId="09644743-1044-4338-95c6-f7c68461d1d3" providerId="ADAL" clId="{47809704-D555-43E9-8763-C18ABFFD866A}" dt="2025-06-30T13:05:38.747" v="4395" actId="1076"/>
          <ac:picMkLst>
            <pc:docMk/>
            <pc:sldMk cId="2605861646" sldId="277"/>
            <ac:picMk id="5" creationId="{9096E8CE-B347-8A78-E148-ADB40881A08B}"/>
          </ac:picMkLst>
        </pc:picChg>
        <pc:picChg chg="add mod">
          <ac:chgData name="Cervan Canton Alvaro W.MSCIDS_F24.2301" userId="09644743-1044-4338-95c6-f7c68461d1d3" providerId="ADAL" clId="{47809704-D555-43E9-8763-C18ABFFD866A}" dt="2025-06-30T13:05:40.683" v="4396" actId="1076"/>
          <ac:picMkLst>
            <pc:docMk/>
            <pc:sldMk cId="2605861646" sldId="277"/>
            <ac:picMk id="7" creationId="{837202C7-07B7-520C-46AA-8E0D306CAFD1}"/>
          </ac:picMkLst>
        </pc:picChg>
        <pc:picChg chg="add mod">
          <ac:chgData name="Cervan Canton Alvaro W.MSCIDS_F24.2301" userId="09644743-1044-4338-95c6-f7c68461d1d3" providerId="ADAL" clId="{47809704-D555-43E9-8763-C18ABFFD866A}" dt="2025-06-30T13:05:56.947" v="4400" actId="1076"/>
          <ac:picMkLst>
            <pc:docMk/>
            <pc:sldMk cId="2605861646" sldId="277"/>
            <ac:picMk id="9" creationId="{3DB7367C-3814-6ECF-E6EF-7380B51BFB4F}"/>
          </ac:picMkLst>
        </pc:picChg>
      </pc:sldChg>
      <pc:sldChg chg="addSp modSp new mod setBg">
        <pc:chgData name="Cervan Canton Alvaro W.MSCIDS_F24.2301" userId="09644743-1044-4338-95c6-f7c68461d1d3" providerId="ADAL" clId="{47809704-D555-43E9-8763-C18ABFFD866A}" dt="2025-06-30T13:38:40.976" v="4934" actId="20577"/>
        <pc:sldMkLst>
          <pc:docMk/>
          <pc:sldMk cId="551498668" sldId="278"/>
        </pc:sldMkLst>
        <pc:spChg chg="mod">
          <ac:chgData name="Cervan Canton Alvaro W.MSCIDS_F24.2301" userId="09644743-1044-4338-95c6-f7c68461d1d3" providerId="ADAL" clId="{47809704-D555-43E9-8763-C18ABFFD866A}" dt="2025-06-30T13:38:40.976" v="4934" actId="20577"/>
          <ac:spMkLst>
            <pc:docMk/>
            <pc:sldMk cId="551498668" sldId="278"/>
            <ac:spMk id="2" creationId="{FBEC1642-0856-56FB-A658-7318B400EB43}"/>
          </ac:spMkLst>
        </pc:spChg>
        <pc:spChg chg="mod">
          <ac:chgData name="Cervan Canton Alvaro W.MSCIDS_F24.2301" userId="09644743-1044-4338-95c6-f7c68461d1d3" providerId="ADAL" clId="{47809704-D555-43E9-8763-C18ABFFD866A}" dt="2025-06-30T13:38:29.604" v="4932" actId="14100"/>
          <ac:spMkLst>
            <pc:docMk/>
            <pc:sldMk cId="551498668" sldId="278"/>
            <ac:spMk id="3" creationId="{08DC2150-CC29-4060-0A45-C056046205A2}"/>
          </ac:spMkLst>
        </pc:spChg>
        <pc:spChg chg="add">
          <ac:chgData name="Cervan Canton Alvaro W.MSCIDS_F24.2301" userId="09644743-1044-4338-95c6-f7c68461d1d3" providerId="ADAL" clId="{47809704-D555-43E9-8763-C18ABFFD866A}" dt="2025-06-30T13:37:14.648" v="4838" actId="26606"/>
          <ac:spMkLst>
            <pc:docMk/>
            <pc:sldMk cId="551498668" sldId="278"/>
            <ac:spMk id="9" creationId="{2961259D-605E-E200-FF9F-7C8C71D7C8E4}"/>
          </ac:spMkLst>
        </pc:spChg>
        <pc:picChg chg="add">
          <ac:chgData name="Cervan Canton Alvaro W.MSCIDS_F24.2301" userId="09644743-1044-4338-95c6-f7c68461d1d3" providerId="ADAL" clId="{47809704-D555-43E9-8763-C18ABFFD866A}" dt="2025-06-30T13:37:14.648" v="4838" actId="26606"/>
          <ac:picMkLst>
            <pc:docMk/>
            <pc:sldMk cId="551498668" sldId="278"/>
            <ac:picMk id="5" creationId="{64B5D145-256D-EB4B-50AA-B364EEC57B1F}"/>
          </ac:picMkLst>
        </pc:picChg>
      </pc:sldChg>
      <pc:sldChg chg="addSp delSp modSp new mod setBg addAnim delAnim modAnim">
        <pc:chgData name="Cervan Canton Alvaro W.MSCIDS_F24.2301" userId="09644743-1044-4338-95c6-f7c68461d1d3" providerId="ADAL" clId="{47809704-D555-43E9-8763-C18ABFFD866A}" dt="2025-06-30T14:16:28.215" v="5820" actId="20577"/>
        <pc:sldMkLst>
          <pc:docMk/>
          <pc:sldMk cId="2890042335" sldId="279"/>
        </pc:sldMkLst>
        <pc:spChg chg="mod">
          <ac:chgData name="Cervan Canton Alvaro W.MSCIDS_F24.2301" userId="09644743-1044-4338-95c6-f7c68461d1d3" providerId="ADAL" clId="{47809704-D555-43E9-8763-C18ABFFD866A}" dt="2025-06-30T14:10:45.598" v="5091" actId="26606"/>
          <ac:spMkLst>
            <pc:docMk/>
            <pc:sldMk cId="2890042335" sldId="279"/>
            <ac:spMk id="2" creationId="{63073272-CC03-9E33-391C-70916CBF650B}"/>
          </ac:spMkLst>
        </pc:spChg>
        <pc:spChg chg="mod">
          <ac:chgData name="Cervan Canton Alvaro W.MSCIDS_F24.2301" userId="09644743-1044-4338-95c6-f7c68461d1d3" providerId="ADAL" clId="{47809704-D555-43E9-8763-C18ABFFD866A}" dt="2025-06-30T14:16:28.215" v="5820" actId="20577"/>
          <ac:spMkLst>
            <pc:docMk/>
            <pc:sldMk cId="2890042335" sldId="279"/>
            <ac:spMk id="3" creationId="{73762168-7D3F-1013-0D40-C81B7C1DF73D}"/>
          </ac:spMkLst>
        </pc:spChg>
        <pc:spChg chg="add del">
          <ac:chgData name="Cervan Canton Alvaro W.MSCIDS_F24.2301" userId="09644743-1044-4338-95c6-f7c68461d1d3" providerId="ADAL" clId="{47809704-D555-43E9-8763-C18ABFFD866A}" dt="2025-06-30T14:10:41.298" v="5087" actId="26606"/>
          <ac:spMkLst>
            <pc:docMk/>
            <pc:sldMk cId="2890042335" sldId="279"/>
            <ac:spMk id="9" creationId="{2961259D-605E-E200-FF9F-7C8C71D7C8E4}"/>
          </ac:spMkLst>
        </pc:spChg>
        <pc:spChg chg="add del">
          <ac:chgData name="Cervan Canton Alvaro W.MSCIDS_F24.2301" userId="09644743-1044-4338-95c6-f7c68461d1d3" providerId="ADAL" clId="{47809704-D555-43E9-8763-C18ABFFD866A}" dt="2025-06-30T14:10:45.582" v="5090" actId="26606"/>
          <ac:spMkLst>
            <pc:docMk/>
            <pc:sldMk cId="2890042335" sldId="279"/>
            <ac:spMk id="11" creationId="{84D07BF5-D29E-918E-55FE-747AF2A0E23F}"/>
          </ac:spMkLst>
        </pc:spChg>
        <pc:spChg chg="add del">
          <ac:chgData name="Cervan Canton Alvaro W.MSCIDS_F24.2301" userId="09644743-1044-4338-95c6-f7c68461d1d3" providerId="ADAL" clId="{47809704-D555-43E9-8763-C18ABFFD866A}" dt="2025-06-30T14:10:45.582" v="5090" actId="26606"/>
          <ac:spMkLst>
            <pc:docMk/>
            <pc:sldMk cId="2890042335" sldId="279"/>
            <ac:spMk id="12" creationId="{21E0DC6F-DB0E-DBE1-8178-AE81BC6B96EA}"/>
          </ac:spMkLst>
        </pc:spChg>
        <pc:spChg chg="add">
          <ac:chgData name="Cervan Canton Alvaro W.MSCIDS_F24.2301" userId="09644743-1044-4338-95c6-f7c68461d1d3" providerId="ADAL" clId="{47809704-D555-43E9-8763-C18ABFFD866A}" dt="2025-06-30T14:10:45.598" v="5091" actId="26606"/>
          <ac:spMkLst>
            <pc:docMk/>
            <pc:sldMk cId="2890042335" sldId="279"/>
            <ac:spMk id="15" creationId="{2961259D-605E-E200-FF9F-7C8C71D7C8E4}"/>
          </ac:spMkLst>
        </pc:spChg>
        <pc:picChg chg="add del">
          <ac:chgData name="Cervan Canton Alvaro W.MSCIDS_F24.2301" userId="09644743-1044-4338-95c6-f7c68461d1d3" providerId="ADAL" clId="{47809704-D555-43E9-8763-C18ABFFD866A}" dt="2025-06-30T14:10:41.298" v="5087" actId="26606"/>
          <ac:picMkLst>
            <pc:docMk/>
            <pc:sldMk cId="2890042335" sldId="279"/>
            <ac:picMk id="5" creationId="{055AC352-E2E7-02B4-F8FE-B19C1D3C6CD7}"/>
          </ac:picMkLst>
        </pc:picChg>
        <pc:picChg chg="add del">
          <ac:chgData name="Cervan Canton Alvaro W.MSCIDS_F24.2301" userId="09644743-1044-4338-95c6-f7c68461d1d3" providerId="ADAL" clId="{47809704-D555-43E9-8763-C18ABFFD866A}" dt="2025-06-30T14:10:45.582" v="5090" actId="26606"/>
          <ac:picMkLst>
            <pc:docMk/>
            <pc:sldMk cId="2890042335" sldId="279"/>
            <ac:picMk id="13" creationId="{563F338A-4E59-C27F-6DEC-DF79E671D74C}"/>
          </ac:picMkLst>
        </pc:picChg>
        <pc:picChg chg="add">
          <ac:chgData name="Cervan Canton Alvaro W.MSCIDS_F24.2301" userId="09644743-1044-4338-95c6-f7c68461d1d3" providerId="ADAL" clId="{47809704-D555-43E9-8763-C18ABFFD866A}" dt="2025-06-30T14:10:45.598" v="5091" actId="26606"/>
          <ac:picMkLst>
            <pc:docMk/>
            <pc:sldMk cId="2890042335" sldId="279"/>
            <ac:picMk id="16" creationId="{055AC352-E2E7-02B4-F8FE-B19C1D3C6CD7}"/>
          </ac:picMkLst>
        </pc:picChg>
      </pc:sldChg>
      <pc:sldChg chg="addSp modSp new mod setBg">
        <pc:chgData name="Cervan Canton Alvaro W.MSCIDS_F24.2301" userId="09644743-1044-4338-95c6-f7c68461d1d3" providerId="ADAL" clId="{47809704-D555-43E9-8763-C18ABFFD866A}" dt="2025-06-30T14:18:31.659" v="5878" actId="122"/>
        <pc:sldMkLst>
          <pc:docMk/>
          <pc:sldMk cId="87852736" sldId="280"/>
        </pc:sldMkLst>
        <pc:spChg chg="mod">
          <ac:chgData name="Cervan Canton Alvaro W.MSCIDS_F24.2301" userId="09644743-1044-4338-95c6-f7c68461d1d3" providerId="ADAL" clId="{47809704-D555-43E9-8763-C18ABFFD866A}" dt="2025-06-30T14:18:31.659" v="5878" actId="122"/>
          <ac:spMkLst>
            <pc:docMk/>
            <pc:sldMk cId="87852736" sldId="280"/>
            <ac:spMk id="2" creationId="{73B198F2-0D76-CC3A-002C-ADD17D243802}"/>
          </ac:spMkLst>
        </pc:spChg>
        <pc:spChg chg="mod">
          <ac:chgData name="Cervan Canton Alvaro W.MSCIDS_F24.2301" userId="09644743-1044-4338-95c6-f7c68461d1d3" providerId="ADAL" clId="{47809704-D555-43E9-8763-C18ABFFD866A}" dt="2025-06-30T14:18:26.897" v="5877" actId="20577"/>
          <ac:spMkLst>
            <pc:docMk/>
            <pc:sldMk cId="87852736" sldId="280"/>
            <ac:spMk id="3" creationId="{7ABF891A-42F5-83ED-BA67-0BC80E9FEBE9}"/>
          </ac:spMkLst>
        </pc:spChg>
        <pc:spChg chg="add">
          <ac:chgData name="Cervan Canton Alvaro W.MSCIDS_F24.2301" userId="09644743-1044-4338-95c6-f7c68461d1d3" providerId="ADAL" clId="{47809704-D555-43E9-8763-C18ABFFD866A}" dt="2025-06-30T14:16:49.869" v="5825" actId="26606"/>
          <ac:spMkLst>
            <pc:docMk/>
            <pc:sldMk cId="87852736" sldId="280"/>
            <ac:spMk id="9" creationId="{2961259D-605E-E200-FF9F-7C8C71D7C8E4}"/>
          </ac:spMkLst>
        </pc:spChg>
        <pc:picChg chg="add">
          <ac:chgData name="Cervan Canton Alvaro W.MSCIDS_F24.2301" userId="09644743-1044-4338-95c6-f7c68461d1d3" providerId="ADAL" clId="{47809704-D555-43E9-8763-C18ABFFD866A}" dt="2025-06-30T14:16:49.869" v="5825" actId="26606"/>
          <ac:picMkLst>
            <pc:docMk/>
            <pc:sldMk cId="87852736" sldId="280"/>
            <ac:picMk id="5" creationId="{86191B43-2E6E-0DDD-2BE0-0EF7C2DA6D3E}"/>
          </ac:picMkLst>
        </pc:picChg>
      </pc:sldChg>
      <pc:sldChg chg="addSp delSp modSp new mod modAnim">
        <pc:chgData name="Cervan Canton Alvaro W.MSCIDS_F24.2301" userId="09644743-1044-4338-95c6-f7c68461d1d3" providerId="ADAL" clId="{47809704-D555-43E9-8763-C18ABFFD866A}" dt="2025-07-01T11:45:35.651" v="5925" actId="14100"/>
        <pc:sldMkLst>
          <pc:docMk/>
          <pc:sldMk cId="3476223938" sldId="281"/>
        </pc:sldMkLst>
        <pc:spChg chg="mod">
          <ac:chgData name="Cervan Canton Alvaro W.MSCIDS_F24.2301" userId="09644743-1044-4338-95c6-f7c68461d1d3" providerId="ADAL" clId="{47809704-D555-43E9-8763-C18ABFFD866A}" dt="2025-07-01T11:44:52.397" v="5921" actId="20577"/>
          <ac:spMkLst>
            <pc:docMk/>
            <pc:sldMk cId="3476223938" sldId="281"/>
            <ac:spMk id="2" creationId="{1937F648-441B-2CC2-B8D2-1FF07E0530B9}"/>
          </ac:spMkLst>
        </pc:spChg>
        <pc:spChg chg="del">
          <ac:chgData name="Cervan Canton Alvaro W.MSCIDS_F24.2301" userId="09644743-1044-4338-95c6-f7c68461d1d3" providerId="ADAL" clId="{47809704-D555-43E9-8763-C18ABFFD866A}" dt="2025-07-01T11:45:16.456" v="5922"/>
          <ac:spMkLst>
            <pc:docMk/>
            <pc:sldMk cId="3476223938" sldId="281"/>
            <ac:spMk id="3" creationId="{BB4BCA35-B862-97C5-D472-F5122088E812}"/>
          </ac:spMkLst>
        </pc:spChg>
        <pc:picChg chg="add mod">
          <ac:chgData name="Cervan Canton Alvaro W.MSCIDS_F24.2301" userId="09644743-1044-4338-95c6-f7c68461d1d3" providerId="ADAL" clId="{47809704-D555-43E9-8763-C18ABFFD866A}" dt="2025-07-01T11:45:35.651" v="5925" actId="14100"/>
          <ac:picMkLst>
            <pc:docMk/>
            <pc:sldMk cId="3476223938" sldId="281"/>
            <ac:picMk id="4" creationId="{2ED3A82C-A8B5-7ABD-E64B-B6348EAD2E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046F9-7AAF-4D9F-9270-30A915B223BC}" type="datetimeFigureOut">
              <a:rPr lang="es-ES" smtClean="0"/>
              <a:t>01/07/2025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B618C-8880-408A-ADC2-B88998EA07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921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B618C-8880-408A-ADC2-B88998EA078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2659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It</a:t>
            </a:r>
            <a:r>
              <a:rPr lang="es-ES" dirty="0"/>
              <a:t> has many more </a:t>
            </a:r>
            <a:r>
              <a:rPr lang="es-ES" dirty="0" err="1"/>
              <a:t>layers</a:t>
            </a:r>
            <a:r>
              <a:rPr lang="es-ES" dirty="0"/>
              <a:t> tan VGG16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7B618C-8880-408A-ADC2-B88998EA078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26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2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9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6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1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21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3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76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1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8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9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vishesh1412/celebrity-face-image-dataset/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obot with human face">
            <a:extLst>
              <a:ext uri="{FF2B5EF4-FFF2-40B4-BE49-F238E27FC236}">
                <a16:creationId xmlns:a16="http://schemas.microsoft.com/office/drawing/2014/main" id="{18BEAACE-C5F7-CA14-A624-4E0ADC6CB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84BDC-B424-DC49-CB16-C4675039F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331" y="4092167"/>
            <a:ext cx="7985340" cy="2313023"/>
          </a:xfrm>
          <a:noFill/>
          <a:effectLst>
            <a:softEdge rad="1079500"/>
          </a:effectLst>
        </p:spPr>
        <p:txBody>
          <a:bodyPr>
            <a:normAutofit fontScale="90000"/>
          </a:bodyPr>
          <a:lstStyle/>
          <a:p>
            <a:pPr lvl="0" algn="l">
              <a:lnSpc>
                <a:spcPct val="120000"/>
              </a:lnSpc>
              <a:spcBef>
                <a:spcPts val="1000"/>
              </a:spcBef>
            </a:pPr>
            <a:r>
              <a:rPr lang="es-ES" sz="5100" dirty="0" err="1"/>
              <a:t>Face</a:t>
            </a:r>
            <a:r>
              <a:rPr lang="es-ES" sz="5100" dirty="0"/>
              <a:t> </a:t>
            </a:r>
            <a:r>
              <a:rPr lang="es-ES" sz="5100" dirty="0" err="1"/>
              <a:t>Reconition</a:t>
            </a:r>
            <a:r>
              <a:rPr lang="es-ES" sz="5100" dirty="0"/>
              <a:t> </a:t>
            </a:r>
            <a:r>
              <a:rPr lang="es-ES" sz="5100" dirty="0" err="1"/>
              <a:t>for</a:t>
            </a:r>
            <a:br>
              <a:rPr lang="es-ES" sz="5100" dirty="0"/>
            </a:br>
            <a:r>
              <a:rPr lang="es-ES" sz="5100" dirty="0" err="1"/>
              <a:t>Limited</a:t>
            </a:r>
            <a:r>
              <a:rPr lang="es-ES" sz="5100" dirty="0"/>
              <a:t> </a:t>
            </a:r>
            <a:r>
              <a:rPr lang="es-ES" sz="5100" dirty="0" err="1"/>
              <a:t>Resources</a:t>
            </a:r>
            <a:r>
              <a:rPr lang="es-ES" sz="5100" dirty="0"/>
              <a:t> </a:t>
            </a:r>
            <a:r>
              <a:rPr lang="es-ES" sz="5100" dirty="0" err="1"/>
              <a:t>Devices</a:t>
            </a:r>
            <a:br>
              <a:rPr lang="es-ES" sz="5100" dirty="0"/>
            </a:br>
            <a:r>
              <a:rPr lang="es-ES" sz="1900" b="0" dirty="0">
                <a:ea typeface="+mn-ea"/>
                <a:cs typeface="+mn-cs"/>
              </a:rPr>
              <a:t>Computer </a:t>
            </a:r>
            <a:r>
              <a:rPr lang="es-ES" sz="1900" b="0" dirty="0" err="1">
                <a:ea typeface="+mn-ea"/>
                <a:cs typeface="+mn-cs"/>
              </a:rPr>
              <a:t>Vision</a:t>
            </a:r>
            <a:br>
              <a:rPr lang="es-ES" sz="1900" b="0" dirty="0">
                <a:ea typeface="+mn-ea"/>
                <a:cs typeface="+mn-cs"/>
              </a:rPr>
            </a:br>
            <a:r>
              <a:rPr lang="es-ES" sz="1400" b="0" dirty="0">
                <a:ea typeface="+mn-ea"/>
                <a:cs typeface="+mn-cs"/>
              </a:rPr>
              <a:t>By Alvaro Cervan Canton, </a:t>
            </a:r>
            <a:r>
              <a:rPr lang="en-US" sz="1400" b="0" dirty="0">
                <a:ea typeface="+mn-ea"/>
                <a:cs typeface="+mn-cs"/>
              </a:rPr>
              <a:t>Lucerne University of Applied Sciences and Arts, </a:t>
            </a:r>
            <a:r>
              <a:rPr lang="es-ES" sz="1400" b="0" dirty="0">
                <a:ea typeface="+mn-ea"/>
                <a:cs typeface="+mn-cs"/>
              </a:rPr>
              <a:t>2025</a:t>
            </a:r>
            <a:endParaRPr lang="es-ES" sz="5100" dirty="0"/>
          </a:p>
        </p:txBody>
      </p:sp>
    </p:spTree>
    <p:extLst>
      <p:ext uri="{BB962C8B-B14F-4D97-AF65-F5344CB8AC3E}">
        <p14:creationId xmlns:p14="http://schemas.microsoft.com/office/powerpoint/2010/main" val="4161796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29F1-C255-9350-4B4B-4E3B2FD0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What is </a:t>
            </a:r>
            <a:r>
              <a:rPr lang="es-ES" dirty="0" err="1"/>
              <a:t>Face</a:t>
            </a:r>
            <a:r>
              <a:rPr lang="es-ES" dirty="0"/>
              <a:t> </a:t>
            </a:r>
            <a:r>
              <a:rPr lang="es-ES" dirty="0" err="1"/>
              <a:t>Recognition</a:t>
            </a:r>
            <a:r>
              <a:rPr lang="es-E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E353E-726F-2B63-E6D9-F0A5CADFF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Fundamental task in computer vision in which a model is capable to identify a face on an image and determine their identity by classification or comparison.</a:t>
            </a:r>
          </a:p>
          <a:p>
            <a:r>
              <a:rPr lang="en-US" dirty="0"/>
              <a:t>Diverse applications, such as: device unlock, surveillance, access control, social media tagging...</a:t>
            </a:r>
          </a:p>
          <a:p>
            <a:r>
              <a:rPr lang="en-US" dirty="0"/>
              <a:t>This project focuses on the face detection and comparison between images for security and log-in functions.</a:t>
            </a:r>
          </a:p>
          <a:p>
            <a:r>
              <a:rPr lang="en-US" dirty="0"/>
              <a:t>Deep learning, especially CNNs, have boosted face recognition accuracy by learning robust facial features. These models outperform older methods, even under poor lighting or angle variations.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245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2A6A-7218-6D05-9E39-DAF42C2C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Project </a:t>
            </a:r>
            <a:r>
              <a:rPr lang="es-ES" dirty="0" err="1"/>
              <a:t>Objective</a:t>
            </a:r>
            <a:r>
              <a:rPr lang="es-ES" dirty="0"/>
              <a:t> and </a:t>
            </a:r>
            <a:r>
              <a:rPr lang="es-ES" dirty="0" err="1"/>
              <a:t>Motivation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D9094-2680-17EB-C71A-AC4ABAEC2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To evaluate and compare various deep learning models for face classification and validation.</a:t>
            </a:r>
            <a:endParaRPr lang="es-ES" dirty="0"/>
          </a:p>
          <a:p>
            <a:r>
              <a:rPr lang="en-US" b="1" dirty="0"/>
              <a:t>Dataset:</a:t>
            </a:r>
            <a:r>
              <a:rPr lang="en-US" dirty="0"/>
              <a:t> Curated dataset of 18 faces, about 100 images each.</a:t>
            </a:r>
          </a:p>
          <a:p>
            <a:r>
              <a:rPr lang="en-US" b="1" dirty="0"/>
              <a:t>Goals:</a:t>
            </a:r>
            <a:r>
              <a:rPr lang="en-US" dirty="0"/>
              <a:t> Understand performance, analyze generalization/overfitting, develop a reproducible evaluation framework.</a:t>
            </a:r>
          </a:p>
          <a:p>
            <a:r>
              <a:rPr lang="en-US" b="1" dirty="0"/>
              <a:t>Why it Matters:</a:t>
            </a:r>
            <a:r>
              <a:rPr lang="en-US" dirty="0"/>
              <a:t> Insights into transfer learning for smaller datasets, foundational work for resource-constrained deployments.</a:t>
            </a:r>
          </a:p>
          <a:p>
            <a:r>
              <a:rPr lang="en-US" b="1" dirty="0"/>
              <a:t>Question:</a:t>
            </a:r>
            <a:r>
              <a:rPr lang="en-US" dirty="0"/>
              <a:t> What are the options for less powerful devices like smartphones or laptops to use non-proprietary models and implementations.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11909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014F-0FFD-174B-D16F-11B42F94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The </a:t>
            </a:r>
            <a:r>
              <a:rPr lang="es-ES" dirty="0" err="1"/>
              <a:t>Datasets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E5850-A05B-3B23-F736-BB3CE7697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39925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b="1" dirty="0"/>
              <a:t>Original </a:t>
            </a:r>
            <a:r>
              <a:rPr lang="es-ES" sz="2400" b="1" dirty="0" err="1"/>
              <a:t>Dataset</a:t>
            </a:r>
            <a:endParaRPr lang="es-ES" sz="2400" b="1" dirty="0"/>
          </a:p>
          <a:p>
            <a:r>
              <a:rPr lang="es-ES" dirty="0"/>
              <a:t>The </a:t>
            </a:r>
            <a:r>
              <a:rPr lang="es-ES" dirty="0" err="1"/>
              <a:t>dataset</a:t>
            </a:r>
            <a:r>
              <a:rPr lang="es-ES" dirty="0"/>
              <a:t> </a:t>
            </a:r>
            <a:r>
              <a:rPr lang="es-ES" dirty="0" err="1"/>
              <a:t>contains</a:t>
            </a:r>
            <a:r>
              <a:rPr lang="es-ES" dirty="0"/>
              <a:t> 17 </a:t>
            </a:r>
            <a:r>
              <a:rPr lang="es-ES" dirty="0" err="1"/>
              <a:t>celebrities</a:t>
            </a:r>
            <a:r>
              <a:rPr lang="es-ES" dirty="0"/>
              <a:t> (100 </a:t>
            </a:r>
            <a:r>
              <a:rPr lang="es-ES" dirty="0" err="1"/>
              <a:t>images</a:t>
            </a:r>
            <a:r>
              <a:rPr lang="es-ES" dirty="0"/>
              <a:t> each)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>
                <a:hlinkClick r:id="rId2"/>
              </a:rPr>
              <a:t>kaggle</a:t>
            </a:r>
            <a:r>
              <a:rPr lang="es-ES" dirty="0"/>
              <a:t> + the </a:t>
            </a:r>
            <a:r>
              <a:rPr lang="es-ES" dirty="0" err="1"/>
              <a:t>student</a:t>
            </a:r>
            <a:r>
              <a:rPr lang="es-ES" dirty="0"/>
              <a:t> </a:t>
            </a:r>
            <a:r>
              <a:rPr lang="es-ES" dirty="0" err="1"/>
              <a:t>images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a </a:t>
            </a:r>
            <a:r>
              <a:rPr lang="es-ES" dirty="0" err="1"/>
              <a:t>face</a:t>
            </a:r>
            <a:r>
              <a:rPr lang="es-ES" dirty="0"/>
              <a:t> </a:t>
            </a:r>
            <a:r>
              <a:rPr lang="es-ES" dirty="0" err="1"/>
              <a:t>scan</a:t>
            </a:r>
            <a:r>
              <a:rPr lang="es-ES" dirty="0"/>
              <a:t> video (300 </a:t>
            </a:r>
            <a:r>
              <a:rPr lang="es-ES" dirty="0" err="1"/>
              <a:t>images</a:t>
            </a:r>
            <a:r>
              <a:rPr lang="es-ES" dirty="0"/>
              <a:t>), </a:t>
            </a:r>
            <a:r>
              <a:rPr lang="es-ES" dirty="0" err="1"/>
              <a:t>totalling</a:t>
            </a:r>
            <a:r>
              <a:rPr lang="es-ES" dirty="0"/>
              <a:t> </a:t>
            </a:r>
            <a:r>
              <a:rPr lang="es-ES" dirty="0" err="1"/>
              <a:t>around</a:t>
            </a:r>
            <a:r>
              <a:rPr lang="es-ES" dirty="0"/>
              <a:t> 2000 </a:t>
            </a:r>
            <a:r>
              <a:rPr lang="es-ES" dirty="0" err="1"/>
              <a:t>images</a:t>
            </a:r>
            <a:r>
              <a:rPr lang="es-ES" dirty="0"/>
              <a:t>.</a:t>
            </a:r>
          </a:p>
          <a:p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images</a:t>
            </a:r>
            <a:r>
              <a:rPr lang="es-ES" dirty="0"/>
              <a:t> were </a:t>
            </a:r>
            <a:r>
              <a:rPr lang="es-ES" dirty="0" err="1"/>
              <a:t>pre-processed</a:t>
            </a:r>
            <a:r>
              <a:rPr lang="es-ES" dirty="0"/>
              <a:t> by using MTCNN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face</a:t>
            </a:r>
            <a:r>
              <a:rPr lang="es-ES" dirty="0"/>
              <a:t> </a:t>
            </a:r>
            <a:r>
              <a:rPr lang="es-ES" dirty="0" err="1"/>
              <a:t>detection</a:t>
            </a:r>
            <a:r>
              <a:rPr lang="es-ES" dirty="0"/>
              <a:t>, </a:t>
            </a:r>
            <a:r>
              <a:rPr lang="es-ES" dirty="0" err="1"/>
              <a:t>resizing</a:t>
            </a:r>
            <a:r>
              <a:rPr lang="es-ES" dirty="0"/>
              <a:t>, </a:t>
            </a:r>
            <a:r>
              <a:rPr lang="es-ES" dirty="0" err="1"/>
              <a:t>cropping</a:t>
            </a:r>
            <a:r>
              <a:rPr lang="es-ES" dirty="0"/>
              <a:t> (128x128) and </a:t>
            </a:r>
            <a:r>
              <a:rPr lang="es-ES" dirty="0" err="1"/>
              <a:t>normalization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sz="2400" b="1" dirty="0" err="1"/>
              <a:t>Augmentation</a:t>
            </a:r>
            <a:endParaRPr lang="es-ES" sz="2000" b="1" dirty="0"/>
          </a:p>
          <a:p>
            <a:r>
              <a:rPr lang="es-ES" dirty="0" err="1"/>
              <a:t>Images</a:t>
            </a:r>
            <a:r>
              <a:rPr lang="es-ES" dirty="0"/>
              <a:t> </a:t>
            </a:r>
            <a:r>
              <a:rPr lang="es-ES" dirty="0" err="1"/>
              <a:t>augmented</a:t>
            </a:r>
            <a:r>
              <a:rPr lang="es-ES" dirty="0"/>
              <a:t> in 3 different </a:t>
            </a:r>
            <a:r>
              <a:rPr lang="es-ES" dirty="0" err="1"/>
              <a:t>ways</a:t>
            </a:r>
            <a:r>
              <a:rPr lang="es-ES" dirty="0"/>
              <a:t>: Horizontal </a:t>
            </a:r>
            <a:r>
              <a:rPr lang="es-ES" dirty="0" err="1"/>
              <a:t>flip</a:t>
            </a:r>
            <a:r>
              <a:rPr lang="es-ES" dirty="0"/>
              <a:t>, </a:t>
            </a:r>
            <a:r>
              <a:rPr lang="es-ES" dirty="0" err="1"/>
              <a:t>slight</a:t>
            </a:r>
            <a:r>
              <a:rPr lang="es-ES" dirty="0"/>
              <a:t> </a:t>
            </a:r>
            <a:r>
              <a:rPr lang="es-ES" dirty="0" err="1"/>
              <a:t>rotation</a:t>
            </a:r>
            <a:r>
              <a:rPr lang="es-ES" dirty="0"/>
              <a:t> and color </a:t>
            </a:r>
            <a:r>
              <a:rPr lang="es-ES" dirty="0" err="1"/>
              <a:t>jitter</a:t>
            </a:r>
            <a:endParaRPr lang="es-ES" dirty="0"/>
          </a:p>
          <a:p>
            <a:r>
              <a:rPr lang="es-ES" sz="2000" dirty="0"/>
              <a:t>This </a:t>
            </a:r>
            <a:r>
              <a:rPr lang="es-ES" sz="2000" dirty="0" err="1"/>
              <a:t>created</a:t>
            </a:r>
            <a:r>
              <a:rPr lang="es-ES" sz="2000" dirty="0"/>
              <a:t> </a:t>
            </a:r>
            <a:r>
              <a:rPr lang="es-ES" sz="2000" dirty="0" err="1"/>
              <a:t>for</a:t>
            </a:r>
            <a:r>
              <a:rPr lang="es-ES" sz="2000" dirty="0"/>
              <a:t> each original </a:t>
            </a:r>
            <a:r>
              <a:rPr lang="es-ES" sz="2000" dirty="0" err="1"/>
              <a:t>images</a:t>
            </a:r>
            <a:r>
              <a:rPr lang="es-ES" sz="2000" dirty="0"/>
              <a:t>, 3 extra </a:t>
            </a:r>
            <a:r>
              <a:rPr lang="es-ES" sz="2000" dirty="0" err="1"/>
              <a:t>augmented</a:t>
            </a:r>
            <a:r>
              <a:rPr lang="es-ES" sz="2000" dirty="0"/>
              <a:t>, </a:t>
            </a:r>
            <a:r>
              <a:rPr lang="es-ES" sz="2000" dirty="0" err="1"/>
              <a:t>totalling</a:t>
            </a:r>
            <a:r>
              <a:rPr lang="es-ES" sz="2000" dirty="0"/>
              <a:t> 2000 x 4 = 8000 </a:t>
            </a:r>
            <a:r>
              <a:rPr lang="es-ES" sz="2000" dirty="0" err="1"/>
              <a:t>images</a:t>
            </a:r>
            <a:endParaRPr lang="es-ES" sz="20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029C9D-BD38-07FC-9050-8BEFA4DC9291}"/>
              </a:ext>
            </a:extLst>
          </p:cNvPr>
          <p:cNvSpPr/>
          <p:nvPr/>
        </p:nvSpPr>
        <p:spPr>
          <a:xfrm>
            <a:off x="612648" y="5721927"/>
            <a:ext cx="10653578" cy="95596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To </a:t>
            </a:r>
            <a:r>
              <a:rPr lang="es-ES" dirty="0" err="1">
                <a:solidFill>
                  <a:schemeClr val="tx1"/>
                </a:solidFill>
              </a:rPr>
              <a:t>avoid</a:t>
            </a:r>
            <a:r>
              <a:rPr lang="es-ES" dirty="0">
                <a:solidFill>
                  <a:schemeClr val="tx1"/>
                </a:solidFill>
              </a:rPr>
              <a:t> a </a:t>
            </a:r>
            <a:r>
              <a:rPr lang="es-ES" dirty="0" err="1">
                <a:solidFill>
                  <a:schemeClr val="tx1"/>
                </a:solidFill>
              </a:rPr>
              <a:t>previous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b="1" dirty="0">
                <a:solidFill>
                  <a:schemeClr val="tx1"/>
                </a:solidFill>
              </a:rPr>
              <a:t>data </a:t>
            </a:r>
            <a:r>
              <a:rPr lang="es-ES" b="1" dirty="0" err="1">
                <a:solidFill>
                  <a:schemeClr val="tx1"/>
                </a:solidFill>
              </a:rPr>
              <a:t>leakage</a:t>
            </a:r>
            <a:r>
              <a:rPr lang="es-ES" dirty="0">
                <a:solidFill>
                  <a:schemeClr val="tx1"/>
                </a:solidFill>
              </a:rPr>
              <a:t>, the Split is done 70% - 15% - 15% in a non-</a:t>
            </a:r>
            <a:r>
              <a:rPr lang="es-ES" dirty="0" err="1">
                <a:solidFill>
                  <a:schemeClr val="tx1"/>
                </a:solidFill>
              </a:rPr>
              <a:t>random</a:t>
            </a:r>
            <a:r>
              <a:rPr lang="es-ES" dirty="0">
                <a:solidFill>
                  <a:schemeClr val="tx1"/>
                </a:solidFill>
              </a:rPr>
              <a:t> way, </a:t>
            </a:r>
            <a:r>
              <a:rPr lang="es-ES" dirty="0" err="1">
                <a:solidFill>
                  <a:schemeClr val="tx1"/>
                </a:solidFill>
              </a:rPr>
              <a:t>making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deterministic</a:t>
            </a:r>
            <a:r>
              <a:rPr lang="es-ES" dirty="0">
                <a:solidFill>
                  <a:schemeClr val="tx1"/>
                </a:solidFill>
              </a:rPr>
              <a:t> and </a:t>
            </a:r>
            <a:r>
              <a:rPr lang="es-ES" dirty="0" err="1">
                <a:solidFill>
                  <a:schemeClr val="tx1"/>
                </a:solidFill>
              </a:rPr>
              <a:t>checking</a:t>
            </a:r>
            <a:r>
              <a:rPr lang="es-ES" dirty="0">
                <a:solidFill>
                  <a:schemeClr val="tx1"/>
                </a:solidFill>
              </a:rPr>
              <a:t> that </a:t>
            </a:r>
            <a:r>
              <a:rPr lang="es-ES" dirty="0" err="1">
                <a:solidFill>
                  <a:schemeClr val="tx1"/>
                </a:solidFill>
              </a:rPr>
              <a:t>all</a:t>
            </a:r>
            <a:r>
              <a:rPr lang="es-ES" dirty="0">
                <a:solidFill>
                  <a:schemeClr val="tx1"/>
                </a:solidFill>
              </a:rPr>
              <a:t> 4 </a:t>
            </a:r>
            <a:r>
              <a:rPr lang="es-ES" dirty="0" err="1">
                <a:solidFill>
                  <a:schemeClr val="tx1"/>
                </a:solidFill>
              </a:rPr>
              <a:t>images</a:t>
            </a:r>
            <a:r>
              <a:rPr lang="es-ES" dirty="0">
                <a:solidFill>
                  <a:schemeClr val="tx1"/>
                </a:solidFill>
              </a:rPr>
              <a:t> (original + 3 </a:t>
            </a:r>
            <a:r>
              <a:rPr lang="es-ES" dirty="0" err="1">
                <a:solidFill>
                  <a:schemeClr val="tx1"/>
                </a:solidFill>
              </a:rPr>
              <a:t>augmented</a:t>
            </a:r>
            <a:r>
              <a:rPr lang="es-ES" dirty="0">
                <a:solidFill>
                  <a:schemeClr val="tx1"/>
                </a:solidFill>
              </a:rPr>
              <a:t>) were in a single Split.</a:t>
            </a:r>
          </a:p>
        </p:txBody>
      </p:sp>
    </p:spTree>
    <p:extLst>
      <p:ext uri="{BB962C8B-B14F-4D97-AF65-F5344CB8AC3E}">
        <p14:creationId xmlns:p14="http://schemas.microsoft.com/office/powerpoint/2010/main" val="162512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A345-6744-3FE7-3680-97566F1F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F05AC-DA74-8CF0-9B54-052F1E831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Classical Approaches:</a:t>
            </a:r>
            <a:r>
              <a:rPr lang="en-US" dirty="0"/>
              <a:t> PCA, LBP </a:t>
            </a:r>
          </a:p>
          <a:p>
            <a:r>
              <a:rPr lang="en-US" b="1" dirty="0"/>
              <a:t>Transfer Learning (CNN Baselines): </a:t>
            </a:r>
            <a:r>
              <a:rPr lang="en-US" dirty="0"/>
              <a:t>VGG16 (fine-tuned), MobileNetV2</a:t>
            </a:r>
          </a:p>
          <a:p>
            <a:r>
              <a:rPr lang="en-US" b="1" dirty="0"/>
              <a:t>Embedding-Based (State-of-the-Art): </a:t>
            </a:r>
            <a:r>
              <a:rPr lang="en-US" dirty="0" err="1"/>
              <a:t>FaceNet</a:t>
            </a:r>
            <a:r>
              <a:rPr lang="en-US" dirty="0"/>
              <a:t>, </a:t>
            </a:r>
            <a:r>
              <a:rPr lang="en-US" dirty="0" err="1"/>
              <a:t>ArcFace</a:t>
            </a:r>
            <a:r>
              <a:rPr lang="en-US" dirty="0"/>
              <a:t> (with KNN classifier)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507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091E-A79B-A64F-5B66-50BDC938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: </a:t>
            </a:r>
            <a:r>
              <a:rPr lang="es-ES" dirty="0" err="1"/>
              <a:t>Classical</a:t>
            </a:r>
            <a:r>
              <a:rPr lang="es-ES" dirty="0"/>
              <a:t> </a:t>
            </a:r>
            <a:r>
              <a:rPr lang="es-ES" dirty="0" err="1"/>
              <a:t>Approaches</a:t>
            </a:r>
            <a:r>
              <a:rPr lang="es-ES" dirty="0"/>
              <a:t> -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A390-2E8B-082C-7D4C-CC5FE49679E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r>
              <a:rPr lang="en-US" b="1" dirty="0"/>
              <a:t>PCA (Principal Component Analysis) </a:t>
            </a:r>
            <a:r>
              <a:rPr lang="en-US" dirty="0"/>
              <a:t>reduces high-dimensional image data into the most important features (called principal components).</a:t>
            </a:r>
          </a:p>
          <a:p>
            <a:r>
              <a:rPr lang="en-US" b="1" dirty="0"/>
              <a:t>KNN (K-Nearest Neighbors) </a:t>
            </a:r>
            <a:r>
              <a:rPr lang="en-US" dirty="0"/>
              <a:t>classifies a face by comparing it to the most similar examples in the training set.</a:t>
            </a:r>
          </a:p>
          <a:p>
            <a:r>
              <a:rPr lang="en-US" dirty="0"/>
              <a:t>Results:</a:t>
            </a:r>
          </a:p>
          <a:p>
            <a:pPr lvl="1"/>
            <a:r>
              <a:rPr lang="en-US" sz="2000" dirty="0"/>
              <a:t>    Original Dataset:</a:t>
            </a:r>
          </a:p>
          <a:p>
            <a:pPr lvl="2"/>
            <a:r>
              <a:rPr lang="en-US" dirty="0"/>
              <a:t>    </a:t>
            </a:r>
            <a:r>
              <a:rPr lang="en-US" sz="1800" dirty="0"/>
              <a:t>Accuracy: </a:t>
            </a:r>
            <a:r>
              <a:rPr lang="en-US" sz="1800" b="1" dirty="0"/>
              <a:t>21.15%</a:t>
            </a:r>
            <a:r>
              <a:rPr lang="en-US" sz="1800" dirty="0"/>
              <a:t> — struggled with class separation.</a:t>
            </a:r>
          </a:p>
          <a:p>
            <a:pPr lvl="1"/>
            <a:r>
              <a:rPr lang="en-US" sz="2000" dirty="0"/>
              <a:t>    With Augmentation:</a:t>
            </a:r>
          </a:p>
          <a:p>
            <a:pPr lvl="2"/>
            <a:r>
              <a:rPr lang="en-US" sz="1800" dirty="0"/>
              <a:t>   	 Accuracy: </a:t>
            </a:r>
            <a:r>
              <a:rPr lang="en-US" sz="1800" b="1" dirty="0"/>
              <a:t>44.34%</a:t>
            </a:r>
            <a:r>
              <a:rPr lang="en-US" sz="1800" dirty="0"/>
              <a:t> — improved due to more diverse training samples.</a:t>
            </a:r>
          </a:p>
          <a:p>
            <a:r>
              <a:rPr lang="en-US" dirty="0"/>
              <a:t>Conclusion: PCA + KNN is </a:t>
            </a:r>
            <a:r>
              <a:rPr lang="en-US" b="1" u="sng" dirty="0"/>
              <a:t>simple and fast</a:t>
            </a:r>
            <a:r>
              <a:rPr lang="en-US" dirty="0"/>
              <a:t>, but lacks the robustness of modern deep learning methods. Augmentation helps, but performance is still limited.</a:t>
            </a:r>
            <a:endParaRPr lang="es-ES" dirty="0"/>
          </a:p>
        </p:txBody>
      </p:sp>
      <p:pic>
        <p:nvPicPr>
          <p:cNvPr id="8" name="Picture 7" descr="A collage of images of a person's face&#10;&#10;Description automatically generated">
            <a:extLst>
              <a:ext uri="{FF2B5EF4-FFF2-40B4-BE49-F238E27FC236}">
                <a16:creationId xmlns:a16="http://schemas.microsoft.com/office/drawing/2014/main" id="{19EFF18C-9660-9BDE-5281-E9BE5B9CEF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301" y="1"/>
            <a:ext cx="876396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0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091E-A79B-A64F-5B66-50BDC938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: </a:t>
            </a:r>
            <a:r>
              <a:rPr lang="es-ES" dirty="0" err="1"/>
              <a:t>Classical</a:t>
            </a:r>
            <a:r>
              <a:rPr lang="es-ES" dirty="0"/>
              <a:t> </a:t>
            </a:r>
            <a:r>
              <a:rPr lang="es-ES" dirty="0" err="1"/>
              <a:t>Approaches</a:t>
            </a:r>
            <a:r>
              <a:rPr lang="es-ES" dirty="0"/>
              <a:t> - LBP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A390-2E8B-082C-7D4C-CC5FE496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1"/>
            <a:ext cx="8220074" cy="4905401"/>
          </a:xfrm>
        </p:spPr>
        <p:txBody>
          <a:bodyPr>
            <a:normAutofit lnSpcReduction="10000"/>
          </a:bodyPr>
          <a:lstStyle/>
          <a:p>
            <a:r>
              <a:rPr lang="es-ES" b="1" dirty="0"/>
              <a:t>LBP (Local </a:t>
            </a:r>
            <a:r>
              <a:rPr lang="es-ES" b="1" dirty="0" err="1"/>
              <a:t>Binary</a:t>
            </a:r>
            <a:r>
              <a:rPr lang="es-ES" b="1" dirty="0"/>
              <a:t> </a:t>
            </a:r>
            <a:r>
              <a:rPr lang="es-ES" b="1" dirty="0" err="1"/>
              <a:t>Patterns</a:t>
            </a:r>
            <a:r>
              <a:rPr lang="es-ES" b="1" dirty="0"/>
              <a:t>) </a:t>
            </a:r>
            <a:r>
              <a:rPr lang="es-ES" dirty="0"/>
              <a:t>captures </a:t>
            </a:r>
            <a:r>
              <a:rPr lang="es-ES" dirty="0" err="1"/>
              <a:t>texture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grayscale</a:t>
            </a:r>
            <a:r>
              <a:rPr lang="es-ES" dirty="0"/>
              <a:t> </a:t>
            </a:r>
            <a:r>
              <a:rPr lang="es-ES" dirty="0" err="1"/>
              <a:t>images</a:t>
            </a:r>
            <a:r>
              <a:rPr lang="es-ES" dirty="0"/>
              <a:t> at </a:t>
            </a:r>
            <a:r>
              <a:rPr lang="es-ES" dirty="0" err="1"/>
              <a:t>multiple</a:t>
            </a:r>
            <a:r>
              <a:rPr lang="es-ES" dirty="0"/>
              <a:t> </a:t>
            </a:r>
            <a:r>
              <a:rPr lang="es-ES" dirty="0" err="1"/>
              <a:t>scales</a:t>
            </a:r>
            <a:r>
              <a:rPr lang="es-ES" dirty="0"/>
              <a:t>.</a:t>
            </a:r>
          </a:p>
          <a:p>
            <a:r>
              <a:rPr lang="es-ES" b="1" dirty="0"/>
              <a:t>SVM (</a:t>
            </a:r>
            <a:r>
              <a:rPr lang="es-ES" b="1" dirty="0" err="1"/>
              <a:t>Support</a:t>
            </a:r>
            <a:r>
              <a:rPr lang="es-ES" b="1" dirty="0"/>
              <a:t> Vector Machine) </a:t>
            </a:r>
            <a:r>
              <a:rPr lang="es-ES" dirty="0"/>
              <a:t>is </a:t>
            </a:r>
            <a:r>
              <a:rPr lang="es-ES" dirty="0" err="1"/>
              <a:t>trained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</a:t>
            </a:r>
            <a:r>
              <a:rPr lang="es-ES" dirty="0" err="1"/>
              <a:t>features</a:t>
            </a:r>
            <a:r>
              <a:rPr lang="es-ES" dirty="0"/>
              <a:t> to </a:t>
            </a:r>
            <a:r>
              <a:rPr lang="es-ES" dirty="0" err="1"/>
              <a:t>classify</a:t>
            </a:r>
            <a:r>
              <a:rPr lang="es-ES" dirty="0"/>
              <a:t> </a:t>
            </a:r>
            <a:r>
              <a:rPr lang="es-ES" dirty="0" err="1"/>
              <a:t>identities</a:t>
            </a:r>
            <a:r>
              <a:rPr lang="es-ES" dirty="0"/>
              <a:t>.</a:t>
            </a:r>
          </a:p>
          <a:p>
            <a:r>
              <a:rPr lang="es-ES" dirty="0" err="1"/>
              <a:t>Results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    </a:t>
            </a:r>
            <a:r>
              <a:rPr lang="es-ES" sz="2000" dirty="0"/>
              <a:t>Original </a:t>
            </a:r>
            <a:r>
              <a:rPr lang="es-ES" sz="2000" dirty="0" err="1"/>
              <a:t>Dataset</a:t>
            </a:r>
            <a:r>
              <a:rPr lang="es-ES" sz="2000" dirty="0"/>
              <a:t>:</a:t>
            </a:r>
          </a:p>
          <a:p>
            <a:pPr lvl="2"/>
            <a:r>
              <a:rPr lang="es-ES" sz="1800" dirty="0"/>
              <a:t>    </a:t>
            </a:r>
            <a:r>
              <a:rPr lang="es-ES" sz="1800" dirty="0" err="1"/>
              <a:t>Accuracy</a:t>
            </a:r>
            <a:r>
              <a:rPr lang="es-ES" sz="1800" dirty="0"/>
              <a:t>: </a:t>
            </a:r>
            <a:r>
              <a:rPr lang="es-ES" sz="1800" b="1" dirty="0"/>
              <a:t>30.51%</a:t>
            </a:r>
          </a:p>
          <a:p>
            <a:pPr lvl="1"/>
            <a:r>
              <a:rPr lang="es-ES" dirty="0"/>
              <a:t>    </a:t>
            </a:r>
            <a:r>
              <a:rPr lang="es-ES" sz="2000" dirty="0"/>
              <a:t>With </a:t>
            </a:r>
            <a:r>
              <a:rPr lang="es-ES" sz="2000" dirty="0" err="1"/>
              <a:t>Augmentation</a:t>
            </a:r>
            <a:r>
              <a:rPr lang="es-ES" sz="2000" dirty="0"/>
              <a:t>:</a:t>
            </a:r>
          </a:p>
          <a:p>
            <a:pPr lvl="2"/>
            <a:r>
              <a:rPr lang="es-ES" sz="1800" dirty="0"/>
              <a:t>    </a:t>
            </a:r>
            <a:r>
              <a:rPr lang="es-ES" sz="1800" dirty="0" err="1"/>
              <a:t>Accuracy</a:t>
            </a:r>
            <a:r>
              <a:rPr lang="es-ES" sz="1800" dirty="0"/>
              <a:t>: </a:t>
            </a:r>
            <a:r>
              <a:rPr lang="es-ES" sz="1800" b="1" dirty="0"/>
              <a:t>35.65%</a:t>
            </a:r>
          </a:p>
          <a:p>
            <a:r>
              <a:rPr lang="es-ES" dirty="0" err="1"/>
              <a:t>Conclusion</a:t>
            </a:r>
            <a:r>
              <a:rPr lang="es-ES" dirty="0"/>
              <a:t>: LBP + SVM </a:t>
            </a:r>
            <a:r>
              <a:rPr lang="es-ES" dirty="0" err="1"/>
              <a:t>performs</a:t>
            </a:r>
            <a:r>
              <a:rPr lang="es-ES" dirty="0"/>
              <a:t> better </a:t>
            </a:r>
            <a:br>
              <a:rPr lang="es-ES" dirty="0"/>
            </a:br>
            <a:r>
              <a:rPr lang="es-ES" dirty="0" err="1"/>
              <a:t>than</a:t>
            </a:r>
            <a:r>
              <a:rPr lang="es-ES" dirty="0"/>
              <a:t> PCA in </a:t>
            </a:r>
            <a:r>
              <a:rPr lang="es-ES" dirty="0" err="1"/>
              <a:t>capturing</a:t>
            </a:r>
            <a:r>
              <a:rPr lang="es-ES" dirty="0"/>
              <a:t> local </a:t>
            </a:r>
            <a:r>
              <a:rPr lang="es-ES" dirty="0" err="1"/>
              <a:t>patterns</a:t>
            </a:r>
            <a:r>
              <a:rPr lang="es-ES" dirty="0"/>
              <a:t> but </a:t>
            </a:r>
            <a:r>
              <a:rPr lang="es-ES" dirty="0" err="1"/>
              <a:t>still</a:t>
            </a:r>
            <a:r>
              <a:rPr lang="es-ES" dirty="0"/>
              <a:t> </a:t>
            </a:r>
            <a:r>
              <a:rPr lang="es-ES" dirty="0" err="1"/>
              <a:t>underperforms</a:t>
            </a:r>
            <a:r>
              <a:rPr lang="es-ES" dirty="0"/>
              <a:t> in diverse </a:t>
            </a:r>
            <a:r>
              <a:rPr lang="es-ES" dirty="0" err="1"/>
              <a:t>conditions</a:t>
            </a:r>
            <a:r>
              <a:rPr lang="es-ES" dirty="0"/>
              <a:t>. Data </a:t>
            </a:r>
            <a:r>
              <a:rPr lang="es-ES" dirty="0" err="1"/>
              <a:t>augmentation</a:t>
            </a:r>
            <a:r>
              <a:rPr lang="es-ES" dirty="0"/>
              <a:t> </a:t>
            </a:r>
            <a:r>
              <a:rPr lang="es-ES" dirty="0" err="1"/>
              <a:t>gives</a:t>
            </a:r>
            <a:r>
              <a:rPr lang="es-ES" dirty="0"/>
              <a:t> a </a:t>
            </a:r>
            <a:r>
              <a:rPr lang="es-ES" dirty="0" err="1"/>
              <a:t>slight</a:t>
            </a:r>
            <a:r>
              <a:rPr lang="es-ES" dirty="0"/>
              <a:t> </a:t>
            </a:r>
            <a:r>
              <a:rPr lang="es-ES" dirty="0" err="1"/>
              <a:t>boost</a:t>
            </a:r>
            <a:r>
              <a:rPr lang="es-E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549E6-5096-71B8-77A9-F419BAD87D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092"/>
          <a:stretch/>
        </p:blipFill>
        <p:spPr>
          <a:xfrm>
            <a:off x="8500534" y="1114769"/>
            <a:ext cx="3691466" cy="4573909"/>
          </a:xfrm>
          <a:prstGeom prst="rect">
            <a:avLst/>
          </a:prstGeom>
        </p:spPr>
      </p:pic>
      <p:pic>
        <p:nvPicPr>
          <p:cNvPr id="6" name="Picture 5" descr="A collage of a person&#10;&#10;Description automatically generated">
            <a:extLst>
              <a:ext uri="{FF2B5EF4-FFF2-40B4-BE49-F238E27FC236}">
                <a16:creationId xmlns:a16="http://schemas.microsoft.com/office/drawing/2014/main" id="{973C4CC3-B0AC-B046-E999-E6504C4AD5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50"/>
          <a:stretch/>
        </p:blipFill>
        <p:spPr>
          <a:xfrm>
            <a:off x="5756365" y="1114769"/>
            <a:ext cx="3539244" cy="457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091E-A79B-A64F-5B66-50BDC938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: Transfer Learning – VGG16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A390-2E8B-082C-7D4C-CC5FE496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6830890" cy="4941942"/>
          </a:xfrm>
        </p:spPr>
        <p:txBody>
          <a:bodyPr>
            <a:normAutofit/>
          </a:bodyPr>
          <a:lstStyle/>
          <a:p>
            <a:r>
              <a:rPr lang="es-ES" dirty="0" err="1"/>
              <a:t>Loads</a:t>
            </a:r>
            <a:r>
              <a:rPr lang="es-ES" dirty="0"/>
              <a:t> VGG16 </a:t>
            </a:r>
            <a:r>
              <a:rPr lang="es-ES" dirty="0" err="1"/>
              <a:t>pre-trained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ImageNet</a:t>
            </a:r>
            <a:r>
              <a:rPr lang="es-ES" dirty="0"/>
              <a:t>, </a:t>
            </a:r>
            <a:r>
              <a:rPr lang="es-ES" dirty="0" err="1"/>
              <a:t>cuts</a:t>
            </a:r>
            <a:r>
              <a:rPr lang="es-ES" dirty="0"/>
              <a:t> off the </a:t>
            </a:r>
            <a:r>
              <a:rPr lang="es-ES" dirty="0" err="1"/>
              <a:t>classifier</a:t>
            </a:r>
            <a:r>
              <a:rPr lang="es-ES" dirty="0"/>
              <a:t> (</a:t>
            </a:r>
            <a:r>
              <a:rPr lang="es-ES" dirty="0" err="1"/>
              <a:t>include_top</a:t>
            </a:r>
            <a:r>
              <a:rPr lang="es-ES" dirty="0"/>
              <a:t>=False).</a:t>
            </a:r>
          </a:p>
          <a:p>
            <a:r>
              <a:rPr lang="es-ES" dirty="0" err="1"/>
              <a:t>Freezes</a:t>
            </a:r>
            <a:r>
              <a:rPr lang="es-ES" dirty="0"/>
              <a:t> the </a:t>
            </a:r>
            <a:r>
              <a:rPr lang="es-ES" dirty="0" err="1"/>
              <a:t>entire</a:t>
            </a:r>
            <a:r>
              <a:rPr lang="es-ES" dirty="0"/>
              <a:t> </a:t>
            </a:r>
            <a:r>
              <a:rPr lang="es-ES" dirty="0" err="1"/>
              <a:t>convolutional</a:t>
            </a:r>
            <a:r>
              <a:rPr lang="es-ES" dirty="0"/>
              <a:t> base — i.e.,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won’t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</a:t>
            </a:r>
            <a:r>
              <a:rPr lang="es-ES" dirty="0" err="1"/>
              <a:t>weights</a:t>
            </a:r>
            <a:r>
              <a:rPr lang="es-ES" dirty="0"/>
              <a:t> but </a:t>
            </a:r>
            <a:r>
              <a:rPr lang="es-ES" dirty="0" err="1"/>
              <a:t>provides</a:t>
            </a:r>
            <a:r>
              <a:rPr lang="es-ES" dirty="0"/>
              <a:t> </a:t>
            </a:r>
            <a:r>
              <a:rPr lang="es-ES" b="1" dirty="0" err="1"/>
              <a:t>fast</a:t>
            </a:r>
            <a:r>
              <a:rPr lang="es-ES" b="1" dirty="0"/>
              <a:t> training</a:t>
            </a:r>
            <a:r>
              <a:rPr lang="es-ES" dirty="0"/>
              <a:t>.</a:t>
            </a:r>
          </a:p>
          <a:p>
            <a:r>
              <a:rPr lang="es-ES" dirty="0" err="1"/>
              <a:t>Adds</a:t>
            </a:r>
            <a:r>
              <a:rPr lang="es-ES" dirty="0"/>
              <a:t> a simple </a:t>
            </a:r>
            <a:r>
              <a:rPr lang="es-ES" dirty="0" err="1"/>
              <a:t>custom</a:t>
            </a:r>
            <a:r>
              <a:rPr lang="es-ES" dirty="0"/>
              <a:t> head:</a:t>
            </a:r>
          </a:p>
          <a:p>
            <a:pPr lvl="1"/>
            <a:r>
              <a:rPr lang="es-ES" dirty="0"/>
              <a:t>GlobalAveragePooling2D: </a:t>
            </a:r>
            <a:r>
              <a:rPr lang="es-ES" dirty="0" err="1"/>
              <a:t>collapses</a:t>
            </a:r>
            <a:r>
              <a:rPr lang="es-ES" dirty="0"/>
              <a:t> </a:t>
            </a:r>
            <a:r>
              <a:rPr lang="es-ES" dirty="0" err="1"/>
              <a:t>spatial</a:t>
            </a:r>
            <a:r>
              <a:rPr lang="es-ES" dirty="0"/>
              <a:t> </a:t>
            </a:r>
            <a:r>
              <a:rPr lang="es-ES" dirty="0" err="1"/>
              <a:t>dimensions</a:t>
            </a:r>
            <a:r>
              <a:rPr lang="es-ES" dirty="0"/>
              <a:t> → reduces </a:t>
            </a:r>
            <a:r>
              <a:rPr lang="es-ES" dirty="0" err="1"/>
              <a:t>overfitting</a:t>
            </a:r>
            <a:r>
              <a:rPr lang="es-ES" dirty="0"/>
              <a:t>, </a:t>
            </a:r>
            <a:r>
              <a:rPr lang="es-ES" dirty="0" err="1"/>
              <a:t>fewer</a:t>
            </a:r>
            <a:r>
              <a:rPr lang="es-ES" dirty="0"/>
              <a:t> </a:t>
            </a:r>
            <a:r>
              <a:rPr lang="es-ES" dirty="0" err="1"/>
              <a:t>params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Dense(256, </a:t>
            </a:r>
            <a:r>
              <a:rPr lang="es-ES" dirty="0" err="1"/>
              <a:t>relu</a:t>
            </a:r>
            <a:r>
              <a:rPr lang="es-ES" dirty="0"/>
              <a:t>) and </a:t>
            </a:r>
            <a:r>
              <a:rPr lang="es-ES" dirty="0" err="1"/>
              <a:t>Dropout</a:t>
            </a:r>
            <a:r>
              <a:rPr lang="es-ES" dirty="0"/>
              <a:t>(0.5): </a:t>
            </a:r>
            <a:r>
              <a:rPr lang="es-ES" dirty="0" err="1"/>
              <a:t>classic</a:t>
            </a:r>
            <a:r>
              <a:rPr lang="es-ES" dirty="0"/>
              <a:t> dense head.</a:t>
            </a:r>
          </a:p>
          <a:p>
            <a:pPr lvl="1"/>
            <a:r>
              <a:rPr lang="es-ES" dirty="0"/>
              <a:t>Final </a:t>
            </a:r>
            <a:r>
              <a:rPr lang="es-ES" dirty="0" err="1"/>
              <a:t>classification</a:t>
            </a:r>
            <a:r>
              <a:rPr lang="es-ES" dirty="0"/>
              <a:t> with Dense(</a:t>
            </a:r>
            <a:r>
              <a:rPr lang="es-ES" dirty="0" err="1"/>
              <a:t>num_classes</a:t>
            </a:r>
            <a:r>
              <a:rPr lang="es-ES" dirty="0"/>
              <a:t>, </a:t>
            </a:r>
            <a:r>
              <a:rPr lang="es-ES" dirty="0" err="1"/>
              <a:t>softmax</a:t>
            </a:r>
            <a:r>
              <a:rPr lang="es-ES" dirty="0"/>
              <a:t>).</a:t>
            </a:r>
          </a:p>
          <a:p>
            <a:r>
              <a:rPr lang="es-ES" dirty="0" err="1"/>
              <a:t>Results</a:t>
            </a:r>
            <a:r>
              <a:rPr lang="es-ES" dirty="0"/>
              <a:t> (</a:t>
            </a:r>
            <a:r>
              <a:rPr lang="es-ES" dirty="0" err="1"/>
              <a:t>Accuracy</a:t>
            </a:r>
            <a:r>
              <a:rPr lang="es-ES" dirty="0"/>
              <a:t>):</a:t>
            </a:r>
          </a:p>
          <a:p>
            <a:pPr lvl="1"/>
            <a:r>
              <a:rPr lang="es-ES" dirty="0"/>
              <a:t>Original </a:t>
            </a:r>
            <a:r>
              <a:rPr lang="es-ES" dirty="0" err="1"/>
              <a:t>Dataset</a:t>
            </a:r>
            <a:r>
              <a:rPr lang="es-ES" dirty="0"/>
              <a:t>: </a:t>
            </a:r>
            <a:r>
              <a:rPr lang="es-ES" b="1" dirty="0"/>
              <a:t>43.8%</a:t>
            </a:r>
          </a:p>
          <a:p>
            <a:pPr lvl="1"/>
            <a:r>
              <a:rPr lang="es-ES" dirty="0" err="1"/>
              <a:t>Augmented</a:t>
            </a:r>
            <a:r>
              <a:rPr lang="es-ES" dirty="0"/>
              <a:t>:  </a:t>
            </a:r>
            <a:r>
              <a:rPr lang="es-ES" b="1" dirty="0"/>
              <a:t>66.84%</a:t>
            </a:r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3C1CF4E7-D23A-B46D-CDAA-D507B6AAF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416" y="2540000"/>
            <a:ext cx="4555459" cy="290030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7DDC21-4FA7-C6E5-5FF8-5CAD877B7EA0}"/>
              </a:ext>
            </a:extLst>
          </p:cNvPr>
          <p:cNvSpPr/>
          <p:nvPr/>
        </p:nvSpPr>
        <p:spPr>
          <a:xfrm>
            <a:off x="4322618" y="5605542"/>
            <a:ext cx="7500002" cy="108656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Conclusion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Outperforms classical PCA and LBP methods,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leverages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deep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,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hierarchical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features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and is 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ell-suited for complex visual patterns in faces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978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091E-A79B-A64F-5B66-50BDC938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: Transfer Learning – </a:t>
            </a:r>
            <a:r>
              <a:rPr lang="es-ES" dirty="0" err="1"/>
              <a:t>Custom</a:t>
            </a:r>
            <a:r>
              <a:rPr lang="es-ES" dirty="0"/>
              <a:t> VGG16</a:t>
            </a:r>
            <a:br>
              <a:rPr lang="es-ES" dirty="0"/>
            </a:br>
            <a:r>
              <a:rPr lang="es-ES" dirty="0"/>
              <a:t>(</a:t>
            </a:r>
            <a:r>
              <a:rPr lang="es-ES" dirty="0" err="1"/>
              <a:t>finetuned</a:t>
            </a:r>
            <a:r>
              <a:rPr lang="es-E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A390-2E8B-082C-7D4C-CC5FE496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1360277" cy="4941942"/>
          </a:xfrm>
        </p:spPr>
        <p:txBody>
          <a:bodyPr>
            <a:normAutofit/>
          </a:bodyPr>
          <a:lstStyle/>
          <a:p>
            <a:r>
              <a:rPr lang="en-US" b="1" dirty="0"/>
              <a:t>First 10 layers frozen</a:t>
            </a:r>
            <a:r>
              <a:rPr lang="en-US" dirty="0"/>
              <a:t> (general features), others fine-tuned for face-specific patterns</a:t>
            </a:r>
          </a:p>
          <a:p>
            <a:r>
              <a:rPr lang="en-US" b="1" dirty="0"/>
              <a:t>Batch Normalization: </a:t>
            </a:r>
            <a:r>
              <a:rPr lang="en-US" dirty="0"/>
              <a:t>Added after pooling &amp; Dense layers — stabilizes training, improves convergence.</a:t>
            </a:r>
          </a:p>
          <a:p>
            <a:r>
              <a:rPr lang="en-US" b="1" dirty="0"/>
              <a:t>Dropout (0.4 × 2) </a:t>
            </a:r>
            <a:r>
              <a:rPr lang="en-US" dirty="0"/>
              <a:t>Reduces overfitting, complements </a:t>
            </a:r>
            <a:r>
              <a:rPr lang="en-US" dirty="0" err="1"/>
              <a:t>BatchNorm</a:t>
            </a:r>
            <a:r>
              <a:rPr lang="en-US" dirty="0"/>
              <a:t> for robust generalization.</a:t>
            </a:r>
          </a:p>
          <a:p>
            <a:r>
              <a:rPr lang="es-ES" b="1" dirty="0" err="1"/>
              <a:t>Callbacks</a:t>
            </a:r>
            <a:r>
              <a:rPr lang="es-ES" b="1" dirty="0"/>
              <a:t>:</a:t>
            </a:r>
            <a:r>
              <a:rPr lang="es-ES" dirty="0"/>
              <a:t> </a:t>
            </a:r>
            <a:r>
              <a:rPr lang="en-US" dirty="0"/>
              <a:t>Early Stopping + Reduce Learning Rate on Plateau dynamically adjust training to preserve best weights.</a:t>
            </a:r>
          </a:p>
          <a:p>
            <a:r>
              <a:rPr lang="en-US" dirty="0"/>
              <a:t>Results </a:t>
            </a:r>
            <a:r>
              <a:rPr lang="es-ES" dirty="0"/>
              <a:t>(</a:t>
            </a:r>
            <a:r>
              <a:rPr lang="es-ES" dirty="0" err="1"/>
              <a:t>Accuracy</a:t>
            </a:r>
            <a:r>
              <a:rPr lang="es-ES" dirty="0"/>
              <a:t>): </a:t>
            </a:r>
            <a:endParaRPr lang="en-US" dirty="0"/>
          </a:p>
          <a:p>
            <a:pPr lvl="1"/>
            <a:r>
              <a:rPr lang="en-US" dirty="0"/>
              <a:t>Original Dataset: </a:t>
            </a:r>
            <a:r>
              <a:rPr lang="es-ES" b="1" dirty="0"/>
              <a:t>82.17%</a:t>
            </a:r>
          </a:p>
          <a:p>
            <a:pPr lvl="1"/>
            <a:r>
              <a:rPr lang="es-ES" dirty="0" err="1"/>
              <a:t>Augmented</a:t>
            </a:r>
            <a:r>
              <a:rPr lang="es-ES" dirty="0"/>
              <a:t>: </a:t>
            </a:r>
            <a:r>
              <a:rPr lang="es-ES" b="1" dirty="0"/>
              <a:t>93.81%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7DDC21-4FA7-C6E5-5FF8-5CAD877B7EA0}"/>
              </a:ext>
            </a:extLst>
          </p:cNvPr>
          <p:cNvSpPr/>
          <p:nvPr/>
        </p:nvSpPr>
        <p:spPr>
          <a:xfrm>
            <a:off x="4307951" y="4391104"/>
            <a:ext cx="7500002" cy="123817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Conclusion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: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Finetuned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model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clearly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outperforms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the base model, shows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significant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improvement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by the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augmented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dataset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but has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slower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training. A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scalable and accurate solution for face recognition in real-world scenarios.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8BE0921-8C02-24C4-58B2-64506D720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638044" y="750799"/>
            <a:ext cx="993645" cy="1088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57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091E-A79B-A64F-5B66-50BDC9382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1"/>
            <a:ext cx="10653578" cy="656704"/>
          </a:xfrm>
        </p:spPr>
        <p:txBody>
          <a:bodyPr>
            <a:normAutofit/>
          </a:bodyPr>
          <a:lstStyle/>
          <a:p>
            <a:r>
              <a:rPr lang="es-ES" dirty="0" err="1"/>
              <a:t>Models</a:t>
            </a:r>
            <a:r>
              <a:rPr lang="es-ES" dirty="0"/>
              <a:t>: Transfer Learning – MobileNetV2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5BCE4A-C90D-6F61-D14C-62E45A164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5942500" y="366860"/>
            <a:ext cx="300621" cy="12185622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6A5032-431D-5231-581C-BE4C80E64EF1}"/>
              </a:ext>
            </a:extLst>
          </p:cNvPr>
          <p:cNvSpPr txBox="1">
            <a:spLocks/>
          </p:cNvSpPr>
          <p:nvPr/>
        </p:nvSpPr>
        <p:spPr>
          <a:xfrm>
            <a:off x="612647" y="1715532"/>
            <a:ext cx="11360277" cy="4941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Lightweight, efficient CNN optimized for speed and performance, ideal for small devices</a:t>
            </a:r>
          </a:p>
          <a:p>
            <a:r>
              <a:rPr lang="en-US" dirty="0"/>
              <a:t>Features:</a:t>
            </a:r>
          </a:p>
          <a:p>
            <a:pPr lvl="1"/>
            <a:r>
              <a:rPr lang="en-US" b="1" dirty="0"/>
              <a:t>Partial Unfreezing</a:t>
            </a:r>
            <a:r>
              <a:rPr lang="en-US" dirty="0"/>
              <a:t>: First 20 layers frozen → preserves low-level features</a:t>
            </a:r>
          </a:p>
          <a:p>
            <a:pPr lvl="1"/>
            <a:r>
              <a:rPr lang="en-US" b="1" dirty="0"/>
              <a:t>Fine-tuning deeper layers</a:t>
            </a:r>
            <a:r>
              <a:rPr lang="en-US" dirty="0"/>
              <a:t>: Adapts MobileNetV2 to facial identity recognition</a:t>
            </a:r>
          </a:p>
          <a:p>
            <a:pPr lvl="1"/>
            <a:r>
              <a:rPr lang="en-US" b="1" dirty="0"/>
              <a:t>Batch Normalization</a:t>
            </a:r>
            <a:r>
              <a:rPr lang="en-US" dirty="0"/>
              <a:t>: Added after pooling and dense layer</a:t>
            </a:r>
          </a:p>
          <a:p>
            <a:pPr lvl="1"/>
            <a:r>
              <a:rPr lang="en-US" b="1" dirty="0"/>
              <a:t>Dropout (0.3 × 2)</a:t>
            </a:r>
            <a:r>
              <a:rPr lang="en-US" dirty="0"/>
              <a:t>: Regularizes and prevents overfitting</a:t>
            </a:r>
          </a:p>
          <a:p>
            <a:pPr lvl="1"/>
            <a:r>
              <a:rPr lang="en-US" b="1" dirty="0"/>
              <a:t>Mixed Precision Enabled</a:t>
            </a:r>
            <a:r>
              <a:rPr lang="en-US" dirty="0"/>
              <a:t>: Faster training, reduced memory usage</a:t>
            </a:r>
          </a:p>
          <a:p>
            <a:pPr lvl="1"/>
            <a:r>
              <a:rPr lang="en-US" b="1" dirty="0"/>
              <a:t>Callbacks</a:t>
            </a:r>
            <a:r>
              <a:rPr lang="en-US" dirty="0"/>
              <a:t>: Early Stopping and </a:t>
            </a:r>
            <a:r>
              <a:rPr lang="en-US" dirty="0" err="1"/>
              <a:t>RLRPlateau</a:t>
            </a:r>
            <a:r>
              <a:rPr lang="en-US" dirty="0"/>
              <a:t>.</a:t>
            </a:r>
          </a:p>
          <a:p>
            <a:r>
              <a:rPr lang="en-US" dirty="0"/>
              <a:t>Results </a:t>
            </a:r>
            <a:r>
              <a:rPr lang="es-ES" dirty="0"/>
              <a:t>(</a:t>
            </a:r>
            <a:r>
              <a:rPr lang="es-ES" dirty="0" err="1"/>
              <a:t>Accuracy</a:t>
            </a:r>
            <a:r>
              <a:rPr lang="es-ES" dirty="0"/>
              <a:t>): </a:t>
            </a:r>
            <a:endParaRPr lang="en-US" dirty="0"/>
          </a:p>
          <a:p>
            <a:pPr lvl="1"/>
            <a:r>
              <a:rPr lang="en-US" dirty="0"/>
              <a:t>Original Dataset: </a:t>
            </a:r>
            <a:r>
              <a:rPr lang="en-US" b="1" dirty="0"/>
              <a:t>67.37%</a:t>
            </a:r>
          </a:p>
          <a:p>
            <a:pPr lvl="1"/>
            <a:r>
              <a:rPr lang="en-US" dirty="0"/>
              <a:t>Augmented: </a:t>
            </a:r>
            <a:r>
              <a:rPr lang="en-US" b="1" dirty="0"/>
              <a:t>84.29%</a:t>
            </a:r>
            <a:endParaRPr lang="es-ES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112EA8-3445-68AB-5090-D74A5B53C3FC}"/>
              </a:ext>
            </a:extLst>
          </p:cNvPr>
          <p:cNvSpPr/>
          <p:nvPr/>
        </p:nvSpPr>
        <p:spPr>
          <a:xfrm>
            <a:off x="4314878" y="5087620"/>
            <a:ext cx="7500002" cy="103073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Conclusion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Fine-tuned MobileNetV2 balances performance and efficiency well fitted for mobile face recognition applications.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Less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performant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tan VGG16 but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faster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to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train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1368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091E-A79B-A64F-5B66-50BDC938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: </a:t>
            </a:r>
            <a:r>
              <a:rPr lang="es-ES" dirty="0" err="1"/>
              <a:t>Embedding</a:t>
            </a:r>
            <a:r>
              <a:rPr lang="es-ES" dirty="0"/>
              <a:t> </a:t>
            </a:r>
            <a:r>
              <a:rPr lang="es-ES" dirty="0" err="1"/>
              <a:t>Based</a:t>
            </a:r>
            <a:r>
              <a:rPr lang="es-ES" dirty="0"/>
              <a:t> – </a:t>
            </a:r>
            <a:r>
              <a:rPr lang="es-ES" dirty="0" err="1"/>
              <a:t>FaceNet</a:t>
            </a:r>
            <a:r>
              <a:rPr lang="es-ES" dirty="0"/>
              <a:t> (Google)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A390-2E8B-082C-7D4C-CC5FE496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80898"/>
            <a:ext cx="7035062" cy="459382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Uses </a:t>
            </a:r>
            <a:r>
              <a:rPr lang="es-ES" dirty="0" err="1"/>
              <a:t>DeepFace</a:t>
            </a:r>
            <a:r>
              <a:rPr lang="es-ES" dirty="0"/>
              <a:t> </a:t>
            </a:r>
            <a:r>
              <a:rPr lang="es-ES" dirty="0" err="1"/>
              <a:t>library</a:t>
            </a:r>
            <a:r>
              <a:rPr lang="es-ES" dirty="0"/>
              <a:t> to </a:t>
            </a:r>
            <a:r>
              <a:rPr lang="es-ES" dirty="0" err="1"/>
              <a:t>implement</a:t>
            </a:r>
            <a:r>
              <a:rPr lang="es-ES" dirty="0"/>
              <a:t> and to </a:t>
            </a:r>
            <a:r>
              <a:rPr lang="es-ES" dirty="0" err="1"/>
              <a:t>extract</a:t>
            </a:r>
            <a:r>
              <a:rPr lang="es-ES" dirty="0"/>
              <a:t> </a:t>
            </a:r>
            <a:r>
              <a:rPr lang="es-ES" dirty="0" err="1"/>
              <a:t>high-quality</a:t>
            </a:r>
            <a:r>
              <a:rPr lang="es-ES" dirty="0"/>
              <a:t> </a:t>
            </a:r>
            <a:r>
              <a:rPr lang="es-ES" dirty="0" err="1"/>
              <a:t>FaceNet</a:t>
            </a:r>
            <a:r>
              <a:rPr lang="es-ES" dirty="0"/>
              <a:t> </a:t>
            </a:r>
            <a:r>
              <a:rPr lang="es-ES" dirty="0" err="1"/>
              <a:t>embeddings</a:t>
            </a:r>
            <a:r>
              <a:rPr lang="es-ES" dirty="0"/>
              <a:t>.</a:t>
            </a:r>
          </a:p>
          <a:p>
            <a:r>
              <a:rPr lang="en-US" b="1" dirty="0"/>
              <a:t>Face Embeddings</a:t>
            </a:r>
            <a:r>
              <a:rPr lang="en-US" dirty="0"/>
              <a:t>: Pre-trained </a:t>
            </a:r>
            <a:r>
              <a:rPr lang="en-US" dirty="0" err="1"/>
              <a:t>FaceNet</a:t>
            </a:r>
            <a:r>
              <a:rPr lang="en-US" dirty="0"/>
              <a:t> generates identity-aware descriptors</a:t>
            </a:r>
            <a:endParaRPr lang="es-ES" dirty="0"/>
          </a:p>
          <a:p>
            <a:pPr lvl="1"/>
            <a:r>
              <a:rPr lang="es-ES" dirty="0" err="1"/>
              <a:t>learns</a:t>
            </a:r>
            <a:r>
              <a:rPr lang="es-ES" dirty="0"/>
              <a:t> a </a:t>
            </a:r>
            <a:r>
              <a:rPr lang="es-ES" b="1" dirty="0"/>
              <a:t>128D</a:t>
            </a:r>
            <a:r>
              <a:rPr lang="es-ES" dirty="0"/>
              <a:t> vector </a:t>
            </a:r>
            <a:r>
              <a:rPr lang="es-ES" dirty="0" err="1"/>
              <a:t>for</a:t>
            </a:r>
            <a:r>
              <a:rPr lang="es-ES" dirty="0"/>
              <a:t> each </a:t>
            </a:r>
            <a:r>
              <a:rPr lang="es-ES" dirty="0" err="1"/>
              <a:t>face</a:t>
            </a:r>
            <a:r>
              <a:rPr lang="es-ES" dirty="0"/>
              <a:t> → </a:t>
            </a:r>
            <a:r>
              <a:rPr lang="es-ES" dirty="0" err="1"/>
              <a:t>optimized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identity</a:t>
            </a:r>
            <a:r>
              <a:rPr lang="es-ES" dirty="0"/>
              <a:t> </a:t>
            </a:r>
            <a:r>
              <a:rPr lang="es-ES" dirty="0" err="1"/>
              <a:t>separation</a:t>
            </a:r>
            <a:endParaRPr lang="es-ES" dirty="0"/>
          </a:p>
          <a:p>
            <a:r>
              <a:rPr lang="es-ES" dirty="0"/>
              <a:t>Simple KNN </a:t>
            </a:r>
            <a:r>
              <a:rPr lang="es-ES" dirty="0" err="1"/>
              <a:t>classifier</a:t>
            </a:r>
            <a:r>
              <a:rPr lang="es-ES" dirty="0"/>
              <a:t> (k=1) </a:t>
            </a:r>
            <a:r>
              <a:rPr lang="es-ES" dirty="0" err="1"/>
              <a:t>used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embeddings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final </a:t>
            </a:r>
            <a:r>
              <a:rPr lang="es-ES" dirty="0" err="1"/>
              <a:t>recognition</a:t>
            </a:r>
            <a:endParaRPr lang="es-ES" dirty="0"/>
          </a:p>
          <a:p>
            <a:pPr lvl="1"/>
            <a:r>
              <a:rPr lang="es-ES" dirty="0" err="1"/>
              <a:t>Embedding</a:t>
            </a:r>
            <a:r>
              <a:rPr lang="es-ES" dirty="0"/>
              <a:t>-to-</a:t>
            </a:r>
            <a:r>
              <a:rPr lang="es-ES" dirty="0" err="1"/>
              <a:t>embedding</a:t>
            </a:r>
            <a:r>
              <a:rPr lang="es-ES" dirty="0"/>
              <a:t> </a:t>
            </a:r>
            <a:r>
              <a:rPr lang="es-ES" dirty="0" err="1"/>
              <a:t>comparison</a:t>
            </a:r>
            <a:r>
              <a:rPr lang="es-ES" dirty="0"/>
              <a:t> (</a:t>
            </a:r>
            <a:r>
              <a:rPr lang="es-ES" dirty="0" err="1"/>
              <a:t>Euclidean</a:t>
            </a:r>
            <a:r>
              <a:rPr lang="es-ES" dirty="0"/>
              <a:t> </a:t>
            </a:r>
            <a:r>
              <a:rPr lang="es-ES" dirty="0" err="1"/>
              <a:t>distance</a:t>
            </a:r>
            <a:r>
              <a:rPr lang="es-ES" dirty="0"/>
              <a:t>)</a:t>
            </a:r>
          </a:p>
          <a:p>
            <a:r>
              <a:rPr lang="en-US" b="1" dirty="0"/>
              <a:t>No retraining needed</a:t>
            </a:r>
            <a:r>
              <a:rPr lang="en-US" dirty="0"/>
              <a:t>: Embeddings computed once → fast and memory-efficient</a:t>
            </a:r>
          </a:p>
          <a:p>
            <a:r>
              <a:rPr lang="en-US" dirty="0"/>
              <a:t>Results: Original dataset </a:t>
            </a:r>
            <a:r>
              <a:rPr lang="en-US" b="1" dirty="0"/>
              <a:t>88.18%</a:t>
            </a:r>
            <a:endParaRPr lang="es-E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61DA5-9966-6A91-F9E0-1787F812F0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56" r="17671"/>
          <a:stretch/>
        </p:blipFill>
        <p:spPr>
          <a:xfrm>
            <a:off x="7647710" y="2013414"/>
            <a:ext cx="4544290" cy="36842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88CF5E-F212-9990-3CCD-46D50631628D}"/>
              </a:ext>
            </a:extLst>
          </p:cNvPr>
          <p:cNvSpPr/>
          <p:nvPr/>
        </p:nvSpPr>
        <p:spPr>
          <a:xfrm>
            <a:off x="7883236" y="2493818"/>
            <a:ext cx="1302328" cy="36021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1473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A96A85-122B-EE62-619B-1B8BA530A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363" y="2769265"/>
            <a:ext cx="4056335" cy="3674153"/>
          </a:xfrm>
        </p:spPr>
      </p:pic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FD2E0B5-B74F-284F-A808-7722790A54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r="-1"/>
          <a:stretch/>
        </p:blipFill>
        <p:spPr>
          <a:xfrm>
            <a:off x="5444836" y="-1"/>
            <a:ext cx="6747164" cy="6858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B9B3BD-91C7-3084-7AD6-319CFCC8A5E5}"/>
              </a:ext>
            </a:extLst>
          </p:cNvPr>
          <p:cNvSpPr txBox="1"/>
          <p:nvPr/>
        </p:nvSpPr>
        <p:spPr>
          <a:xfrm>
            <a:off x="457200" y="1337680"/>
            <a:ext cx="5361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Noticeable</a:t>
            </a:r>
            <a:r>
              <a:rPr lang="es-ES" dirty="0"/>
              <a:t> F1 scores </a:t>
            </a:r>
            <a:r>
              <a:rPr lang="es-ES" dirty="0" err="1"/>
              <a:t>for</a:t>
            </a:r>
            <a:r>
              <a:rPr lang="es-ES" dirty="0"/>
              <a:t> Johnny Deep, Alvaro or </a:t>
            </a:r>
            <a:r>
              <a:rPr lang="es-ES" dirty="0" err="1"/>
              <a:t>Scarlet</a:t>
            </a:r>
            <a:r>
              <a:rPr lang="es-ES" dirty="0"/>
              <a:t> Johansson </a:t>
            </a:r>
            <a:r>
              <a:rPr lang="es-ES" dirty="0" err="1"/>
              <a:t>for</a:t>
            </a:r>
            <a:r>
              <a:rPr lang="es-ES" dirty="0"/>
              <a:t> a </a:t>
            </a:r>
            <a:r>
              <a:rPr lang="es-ES" dirty="0" err="1"/>
              <a:t>near</a:t>
            </a:r>
            <a:r>
              <a:rPr lang="es-ES" dirty="0"/>
              <a:t> 100%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Worst</a:t>
            </a:r>
            <a:r>
              <a:rPr lang="es-ES" dirty="0"/>
              <a:t> </a:t>
            </a:r>
            <a:r>
              <a:rPr lang="es-ES" dirty="0" err="1"/>
              <a:t>performers</a:t>
            </a:r>
            <a:r>
              <a:rPr lang="es-ES" dirty="0"/>
              <a:t> were Kate </a:t>
            </a:r>
            <a:r>
              <a:rPr lang="es-ES" dirty="0" err="1"/>
              <a:t>Winslet</a:t>
            </a:r>
            <a:r>
              <a:rPr lang="es-ES" dirty="0"/>
              <a:t> and </a:t>
            </a:r>
            <a:r>
              <a:rPr lang="es-ES" dirty="0" err="1"/>
              <a:t>Wills</a:t>
            </a:r>
            <a:r>
              <a:rPr lang="es-ES" dirty="0"/>
              <a:t> Smith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0F301-08A0-A00B-AC7C-1C8518D3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46349"/>
            <a:ext cx="7755498" cy="760075"/>
          </a:xfrm>
        </p:spPr>
        <p:txBody>
          <a:bodyPr anchor="b">
            <a:normAutofit/>
          </a:bodyPr>
          <a:lstStyle/>
          <a:p>
            <a:r>
              <a:rPr lang="es-ES" dirty="0" err="1"/>
              <a:t>FaceNet</a:t>
            </a:r>
            <a:r>
              <a:rPr lang="es-ES" dirty="0"/>
              <a:t> </a:t>
            </a:r>
            <a:r>
              <a:rPr lang="es-ES" dirty="0" err="1"/>
              <a:t>Confusion</a:t>
            </a:r>
            <a:r>
              <a:rPr lang="es-ES" dirty="0"/>
              <a:t> Matrix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CAA0D0-0058-458B-6275-70DE33F93685}"/>
              </a:ext>
            </a:extLst>
          </p:cNvPr>
          <p:cNvSpPr txBox="1"/>
          <p:nvPr/>
        </p:nvSpPr>
        <p:spPr>
          <a:xfrm>
            <a:off x="1175198" y="6443418"/>
            <a:ext cx="3727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dirty="0" err="1"/>
              <a:t>Facenet</a:t>
            </a:r>
            <a:r>
              <a:rPr lang="es-ES" sz="1200" dirty="0"/>
              <a:t> </a:t>
            </a:r>
            <a:r>
              <a:rPr lang="es-ES" sz="1200" dirty="0" err="1"/>
              <a:t>Evaluation</a:t>
            </a:r>
            <a:r>
              <a:rPr lang="es-ES" sz="1200" dirty="0"/>
              <a:t> scores per class (actor name)</a:t>
            </a:r>
          </a:p>
        </p:txBody>
      </p:sp>
    </p:spTree>
    <p:extLst>
      <p:ext uri="{BB962C8B-B14F-4D97-AF65-F5344CB8AC3E}">
        <p14:creationId xmlns:p14="http://schemas.microsoft.com/office/powerpoint/2010/main" val="2743383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A091E-A79B-A64F-5B66-50BDC938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: </a:t>
            </a:r>
            <a:r>
              <a:rPr lang="es-ES" dirty="0" err="1"/>
              <a:t>Embedding</a:t>
            </a:r>
            <a:r>
              <a:rPr lang="es-ES" dirty="0"/>
              <a:t> </a:t>
            </a:r>
            <a:r>
              <a:rPr lang="es-ES" dirty="0" err="1"/>
              <a:t>Based</a:t>
            </a:r>
            <a:r>
              <a:rPr lang="es-ES" dirty="0"/>
              <a:t> – </a:t>
            </a:r>
            <a:r>
              <a:rPr lang="es-ES" dirty="0" err="1"/>
              <a:t>ArcFace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DA390-2E8B-082C-7D4C-CC5FE496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1"/>
            <a:ext cx="8503644" cy="4823813"/>
          </a:xfrm>
        </p:spPr>
        <p:txBody>
          <a:bodyPr>
            <a:normAutofit/>
          </a:bodyPr>
          <a:lstStyle/>
          <a:p>
            <a:r>
              <a:rPr lang="en-US" dirty="0"/>
              <a:t>Uses </a:t>
            </a:r>
            <a:r>
              <a:rPr lang="en-US" dirty="0" err="1"/>
              <a:t>ArcFace</a:t>
            </a:r>
            <a:r>
              <a:rPr lang="en-US" dirty="0"/>
              <a:t> (</a:t>
            </a:r>
            <a:r>
              <a:rPr lang="en-US" dirty="0" err="1"/>
              <a:t>buffalo_l</a:t>
            </a:r>
            <a:r>
              <a:rPr lang="en-US" dirty="0"/>
              <a:t>) from </a:t>
            </a:r>
            <a:r>
              <a:rPr lang="en-US" dirty="0" err="1"/>
              <a:t>InsightFace</a:t>
            </a:r>
            <a:r>
              <a:rPr lang="en-US" dirty="0"/>
              <a:t> with </a:t>
            </a:r>
            <a:r>
              <a:rPr lang="en-US" dirty="0" err="1"/>
              <a:t>RetinaFace</a:t>
            </a:r>
            <a:r>
              <a:rPr lang="en-US" dirty="0"/>
              <a:t> detector. Embeddings are 512-dimensional and extracted per aligned face.</a:t>
            </a:r>
          </a:p>
          <a:p>
            <a:r>
              <a:rPr lang="en-US" dirty="0"/>
              <a:t>Images are preprocessed (RGB, resized to 112×112).Embeddings are generated using the native </a:t>
            </a:r>
            <a:r>
              <a:rPr lang="en-US" dirty="0" err="1"/>
              <a:t>ArcFace</a:t>
            </a:r>
            <a:r>
              <a:rPr lang="en-US" dirty="0"/>
              <a:t> model.</a:t>
            </a:r>
          </a:p>
          <a:p>
            <a:r>
              <a:rPr lang="en-US" dirty="0"/>
              <a:t>Classification is done using 1-NN with Euclidean </a:t>
            </a:r>
            <a:r>
              <a:rPr lang="en-US" dirty="0" err="1"/>
              <a:t>distance.No</a:t>
            </a:r>
            <a:r>
              <a:rPr lang="en-US" dirty="0"/>
              <a:t> model training is needed — it's a retrieval-based approach.</a:t>
            </a:r>
          </a:p>
          <a:p>
            <a:r>
              <a:rPr lang="en-US" dirty="0"/>
              <a:t>Embeddings from training + validation form the reference </a:t>
            </a:r>
            <a:r>
              <a:rPr lang="en-US" dirty="0" err="1"/>
              <a:t>set.Test</a:t>
            </a:r>
            <a:r>
              <a:rPr lang="en-US" dirty="0"/>
              <a:t> samples are matched against this using direct comparison.</a:t>
            </a:r>
          </a:p>
          <a:p>
            <a:r>
              <a:rPr lang="en-US" dirty="0"/>
              <a:t>If no face is detected, a zero-vector is assigned. Ensures robustness and avoids pipeline failure.</a:t>
            </a:r>
          </a:p>
          <a:p>
            <a:r>
              <a:rPr lang="en-US" dirty="0"/>
              <a:t>Results: Original dataset </a:t>
            </a:r>
            <a:r>
              <a:rPr lang="en-US" b="1" dirty="0"/>
              <a:t>91.81%</a:t>
            </a:r>
            <a:endParaRPr lang="es-ES" b="1" dirty="0"/>
          </a:p>
          <a:p>
            <a:endParaRPr lang="es-ES" dirty="0"/>
          </a:p>
        </p:txBody>
      </p:sp>
      <p:pic>
        <p:nvPicPr>
          <p:cNvPr id="6" name="Picture 5" descr="A group of people standing on top of a planet&#10;&#10;Description automatically generated">
            <a:extLst>
              <a:ext uri="{FF2B5EF4-FFF2-40B4-BE49-F238E27FC236}">
                <a16:creationId xmlns:a16="http://schemas.microsoft.com/office/drawing/2014/main" id="{6F7F44FC-4E03-0ABF-B2D2-B8357013F1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0" r="50000"/>
          <a:stretch/>
        </p:blipFill>
        <p:spPr>
          <a:xfrm>
            <a:off x="8414905" y="1649615"/>
            <a:ext cx="3777095" cy="355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394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with numbers and letters&#10;&#10;Description automatically generated with medium confidence">
            <a:extLst>
              <a:ext uri="{FF2B5EF4-FFF2-40B4-BE49-F238E27FC236}">
                <a16:creationId xmlns:a16="http://schemas.microsoft.com/office/drawing/2014/main" id="{D7290B01-5FF6-20C3-262E-0FC326354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392" y="0"/>
            <a:ext cx="6872608" cy="68580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A7E74-795E-0269-419B-267B25B05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535" y="2775283"/>
            <a:ext cx="3962188" cy="36969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D54872-147D-6054-11F5-9986B6DB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ArcFace</a:t>
            </a:r>
            <a:r>
              <a:rPr lang="es-ES" dirty="0"/>
              <a:t> </a:t>
            </a:r>
            <a:r>
              <a:rPr lang="es-ES" dirty="0" err="1"/>
              <a:t>Confusion</a:t>
            </a:r>
            <a:r>
              <a:rPr lang="es-ES" dirty="0"/>
              <a:t> Matrix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9C06A-B626-7E83-3E7B-23ACFE6B27DC}"/>
              </a:ext>
            </a:extLst>
          </p:cNvPr>
          <p:cNvSpPr txBox="1"/>
          <p:nvPr/>
        </p:nvSpPr>
        <p:spPr>
          <a:xfrm>
            <a:off x="1164779" y="6443418"/>
            <a:ext cx="3748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dirty="0" err="1"/>
              <a:t>ArcFace</a:t>
            </a:r>
            <a:r>
              <a:rPr lang="es-ES" sz="1200" dirty="0"/>
              <a:t> </a:t>
            </a:r>
            <a:r>
              <a:rPr lang="es-ES" sz="1200" dirty="0" err="1"/>
              <a:t>Evaluation</a:t>
            </a:r>
            <a:r>
              <a:rPr lang="es-ES" sz="1200" dirty="0"/>
              <a:t> scores per class (actor name)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B0D44-A7E0-5FA0-A4C6-9DCD6E951AFC}"/>
              </a:ext>
            </a:extLst>
          </p:cNvPr>
          <p:cNvSpPr txBox="1"/>
          <p:nvPr/>
        </p:nvSpPr>
        <p:spPr>
          <a:xfrm>
            <a:off x="612648" y="1163782"/>
            <a:ext cx="48737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Precision</a:t>
            </a:r>
            <a:r>
              <a:rPr lang="es-ES" sz="1600" dirty="0"/>
              <a:t> </a:t>
            </a:r>
            <a:r>
              <a:rPr lang="es-ES" sz="1600" dirty="0" err="1"/>
              <a:t>noticeably</a:t>
            </a:r>
            <a:r>
              <a:rPr lang="es-ES" sz="1600" dirty="0"/>
              <a:t> better </a:t>
            </a:r>
            <a:r>
              <a:rPr lang="es-ES" sz="1600" dirty="0" err="1"/>
              <a:t>compared</a:t>
            </a:r>
            <a:r>
              <a:rPr lang="es-ES" sz="1600" dirty="0"/>
              <a:t> to </a:t>
            </a:r>
            <a:r>
              <a:rPr lang="es-ES" sz="1600" dirty="0" err="1"/>
              <a:t>FaceNet</a:t>
            </a:r>
            <a:r>
              <a:rPr lang="es-ES" sz="1600" dirty="0"/>
              <a:t>, </a:t>
            </a:r>
            <a:r>
              <a:rPr lang="es-ES" sz="1600" dirty="0" err="1"/>
              <a:t>outlier</a:t>
            </a:r>
            <a:r>
              <a:rPr lang="es-ES" sz="1600" dirty="0"/>
              <a:t> Denzel Washington.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Several</a:t>
            </a:r>
            <a:r>
              <a:rPr lang="es-ES" sz="1600" dirty="0"/>
              <a:t> </a:t>
            </a:r>
            <a:r>
              <a:rPr lang="es-ES" sz="1600" dirty="0" err="1"/>
              <a:t>identities</a:t>
            </a:r>
            <a:r>
              <a:rPr lang="es-ES" sz="1600" dirty="0"/>
              <a:t> </a:t>
            </a:r>
            <a:r>
              <a:rPr lang="es-ES" sz="1600" dirty="0" err="1"/>
              <a:t>achieve</a:t>
            </a:r>
            <a:r>
              <a:rPr lang="es-ES" sz="1600" dirty="0"/>
              <a:t> </a:t>
            </a:r>
            <a:r>
              <a:rPr lang="es-ES" sz="1600" dirty="0" err="1"/>
              <a:t>perfect</a:t>
            </a:r>
            <a:r>
              <a:rPr lang="es-ES" sz="1600" dirty="0"/>
              <a:t> </a:t>
            </a:r>
            <a:r>
              <a:rPr lang="es-ES" sz="1600" dirty="0" err="1"/>
              <a:t>precision</a:t>
            </a:r>
            <a:r>
              <a:rPr lang="es-ES" sz="1600" dirty="0"/>
              <a:t> and </a:t>
            </a:r>
            <a:r>
              <a:rPr lang="es-ES" sz="1600" dirty="0" err="1"/>
              <a:t>recall</a:t>
            </a:r>
            <a:endParaRPr lang="es-E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Fast, accurate, and training-free approach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022207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4872-147D-6054-11F5-9986B6DB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Evaluation</a:t>
            </a:r>
            <a:r>
              <a:rPr lang="es-ES" dirty="0"/>
              <a:t> - </a:t>
            </a:r>
            <a:r>
              <a:rPr lang="es-ES" dirty="0" err="1"/>
              <a:t>Classification</a:t>
            </a:r>
            <a:endParaRPr lang="es-E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7BC509-C67E-98F9-EAE1-6B7856C37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2432" y="3344361"/>
            <a:ext cx="6409568" cy="35136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BD4DF5-7CC5-9AFE-8451-6CC9B5F9EBC5}"/>
              </a:ext>
            </a:extLst>
          </p:cNvPr>
          <p:cNvSpPr txBox="1"/>
          <p:nvPr/>
        </p:nvSpPr>
        <p:spPr>
          <a:xfrm>
            <a:off x="612648" y="1475874"/>
            <a:ext cx="516978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/>
              <a:t>Images</a:t>
            </a:r>
            <a:r>
              <a:rPr lang="es-ES" sz="2000" dirty="0"/>
              <a:t> </a:t>
            </a:r>
            <a:r>
              <a:rPr lang="es-ES" sz="2000" dirty="0" err="1"/>
              <a:t>on</a:t>
            </a:r>
            <a:r>
              <a:rPr lang="es-ES" sz="2000" dirty="0"/>
              <a:t> the test set are </a:t>
            </a:r>
            <a:r>
              <a:rPr lang="es-ES" sz="2000" dirty="0" err="1"/>
              <a:t>assigned</a:t>
            </a:r>
            <a:r>
              <a:rPr lang="es-ES" sz="2000" dirty="0"/>
              <a:t> a class that can be </a:t>
            </a:r>
            <a:r>
              <a:rPr lang="es-ES" sz="2000" dirty="0" err="1"/>
              <a:t>correct</a:t>
            </a:r>
            <a:r>
              <a:rPr lang="es-ES" sz="2000" dirty="0"/>
              <a:t> or </a:t>
            </a:r>
            <a:r>
              <a:rPr lang="es-ES" sz="2000" dirty="0" err="1"/>
              <a:t>incorrect</a:t>
            </a:r>
            <a:r>
              <a:rPr lang="es-E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/>
              <a:t>Useful</a:t>
            </a:r>
            <a:r>
              <a:rPr lang="es-ES" sz="2000" dirty="0"/>
              <a:t> to decide if an </a:t>
            </a:r>
            <a:r>
              <a:rPr lang="es-ES" sz="2000" dirty="0" err="1"/>
              <a:t>image</a:t>
            </a:r>
            <a:r>
              <a:rPr lang="es-ES" sz="2000" dirty="0"/>
              <a:t> (</a:t>
            </a:r>
            <a:r>
              <a:rPr lang="es-ES" sz="2000" dirty="0" err="1"/>
              <a:t>user</a:t>
            </a:r>
            <a:r>
              <a:rPr lang="es-ES" sz="2000" dirty="0"/>
              <a:t> </a:t>
            </a:r>
            <a:r>
              <a:rPr lang="es-ES" sz="2000" dirty="0" err="1"/>
              <a:t>login</a:t>
            </a:r>
            <a:r>
              <a:rPr lang="es-ES" sz="2000" dirty="0"/>
              <a:t>) </a:t>
            </a:r>
            <a:r>
              <a:rPr lang="es-ES" sz="2000" dirty="0" err="1"/>
              <a:t>matches</a:t>
            </a:r>
            <a:r>
              <a:rPr lang="es-ES" sz="2000" dirty="0"/>
              <a:t> </a:t>
            </a:r>
            <a:r>
              <a:rPr lang="es-ES" sz="2000" dirty="0" err="1"/>
              <a:t>any</a:t>
            </a:r>
            <a:r>
              <a:rPr lang="es-ES" sz="2000" dirty="0"/>
              <a:t> </a:t>
            </a:r>
            <a:r>
              <a:rPr lang="es-ES" sz="2000" dirty="0" err="1"/>
              <a:t>of</a:t>
            </a:r>
            <a:r>
              <a:rPr lang="es-ES" sz="2000" dirty="0"/>
              <a:t> the </a:t>
            </a:r>
            <a:r>
              <a:rPr lang="es-ES" sz="2000" dirty="0" err="1"/>
              <a:t>registered</a:t>
            </a:r>
            <a:r>
              <a:rPr lang="es-ES" sz="2000" dirty="0"/>
              <a:t> </a:t>
            </a:r>
            <a:r>
              <a:rPr lang="es-ES" sz="2000" dirty="0" err="1"/>
              <a:t>identities</a:t>
            </a:r>
            <a:r>
              <a:rPr lang="es-ES" sz="2000" dirty="0"/>
              <a:t>. The </a:t>
            </a:r>
            <a:r>
              <a:rPr lang="es-ES" sz="2000" dirty="0" err="1"/>
              <a:t>user</a:t>
            </a:r>
            <a:r>
              <a:rPr lang="es-ES" sz="2000" dirty="0"/>
              <a:t> must be </a:t>
            </a:r>
            <a:r>
              <a:rPr lang="es-ES" sz="2000" dirty="0" err="1"/>
              <a:t>on</a:t>
            </a:r>
            <a:r>
              <a:rPr lang="es-ES" sz="2000" dirty="0"/>
              <a:t> the model when </a:t>
            </a:r>
            <a:r>
              <a:rPr lang="es-ES" sz="2000" dirty="0" err="1"/>
              <a:t>trained</a:t>
            </a:r>
            <a:r>
              <a:rPr lang="es-E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/>
              <a:t>Evaluation</a:t>
            </a:r>
            <a:r>
              <a:rPr lang="es-ES" sz="2000" dirty="0"/>
              <a:t> </a:t>
            </a:r>
            <a:r>
              <a:rPr lang="es-ES" sz="2000" dirty="0" err="1"/>
              <a:t>metrics</a:t>
            </a:r>
            <a:r>
              <a:rPr lang="es-ES" sz="2000" dirty="0"/>
              <a:t> are:</a:t>
            </a:r>
            <a:br>
              <a:rPr lang="es-ES" sz="2000" dirty="0"/>
            </a:br>
            <a:endParaRPr lang="es-E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Accuracy: % of correct predictions.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Precision: % of predicted positives that are correct.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Recall: % of actual positives correctly predicted.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F1-Score: Balance between precision and recall.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</p:txBody>
      </p:sp>
      <p:pic>
        <p:nvPicPr>
          <p:cNvPr id="12" name="Picture 11" descr="A collage of a person smiling&#10;&#10;Description automatically generated">
            <a:extLst>
              <a:ext uri="{FF2B5EF4-FFF2-40B4-BE49-F238E27FC236}">
                <a16:creationId xmlns:a16="http://schemas.microsoft.com/office/drawing/2014/main" id="{23C20CB9-0DAC-FE94-D13B-85874DA94B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7"/>
          <a:stretch/>
        </p:blipFill>
        <p:spPr>
          <a:xfrm>
            <a:off x="7015442" y="126067"/>
            <a:ext cx="5045242" cy="310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4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33E2-1138-2856-831A-27E03C344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Evaluation</a:t>
            </a:r>
            <a:r>
              <a:rPr lang="es-ES" dirty="0"/>
              <a:t> - </a:t>
            </a:r>
            <a:r>
              <a:rPr lang="es-ES" dirty="0" err="1"/>
              <a:t>Classification</a:t>
            </a:r>
            <a:r>
              <a:rPr lang="es-ES" dirty="0"/>
              <a:t> - </a:t>
            </a:r>
            <a:r>
              <a:rPr lang="es-ES" dirty="0" err="1"/>
              <a:t>Comparison</a:t>
            </a:r>
            <a:endParaRPr lang="es-E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BC6772-B94E-E397-3B45-9228E54CF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9636" y="1680898"/>
            <a:ext cx="6277794" cy="391405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478D3E-366B-3D9C-2D6A-802B834292C8}"/>
              </a:ext>
            </a:extLst>
          </p:cNvPr>
          <p:cNvSpPr txBox="1"/>
          <p:nvPr/>
        </p:nvSpPr>
        <p:spPr>
          <a:xfrm>
            <a:off x="612648" y="1565564"/>
            <a:ext cx="50261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 err="1"/>
              <a:t>Best</a:t>
            </a:r>
            <a:r>
              <a:rPr lang="es-ES" sz="2000" b="1" dirty="0"/>
              <a:t> </a:t>
            </a:r>
            <a:r>
              <a:rPr lang="es-ES" sz="2000" b="1" dirty="0" err="1"/>
              <a:t>models</a:t>
            </a:r>
            <a:r>
              <a:rPr lang="es-ES" sz="2000" dirty="0"/>
              <a:t>: VGG16 </a:t>
            </a:r>
            <a:r>
              <a:rPr lang="es-ES" sz="2000" dirty="0" err="1"/>
              <a:t>Custom</a:t>
            </a:r>
            <a:r>
              <a:rPr lang="es-ES" sz="2000" dirty="0"/>
              <a:t> </a:t>
            </a:r>
            <a:r>
              <a:rPr lang="es-ES" sz="2000" dirty="0" err="1"/>
              <a:t>trained</a:t>
            </a:r>
            <a:r>
              <a:rPr lang="es-ES" sz="2000" dirty="0"/>
              <a:t> </a:t>
            </a:r>
            <a:r>
              <a:rPr lang="es-ES" sz="2000" dirty="0" err="1"/>
              <a:t>on</a:t>
            </a:r>
            <a:r>
              <a:rPr lang="es-ES" sz="2000" dirty="0"/>
              <a:t> </a:t>
            </a:r>
            <a:r>
              <a:rPr lang="es-ES" sz="2000" dirty="0" err="1"/>
              <a:t>Augmented</a:t>
            </a:r>
            <a:r>
              <a:rPr lang="es-ES" sz="2000" dirty="0"/>
              <a:t> </a:t>
            </a:r>
            <a:r>
              <a:rPr lang="es-ES" sz="2000" dirty="0" err="1"/>
              <a:t>dataset</a:t>
            </a:r>
            <a:r>
              <a:rPr lang="es-ES" sz="2000" dirty="0"/>
              <a:t> and </a:t>
            </a:r>
            <a:r>
              <a:rPr lang="es-ES" sz="2000" dirty="0" err="1"/>
              <a:t>ArcFace</a:t>
            </a:r>
            <a:r>
              <a:rPr lang="es-ES" sz="2000" dirty="0"/>
              <a:t>, </a:t>
            </a:r>
            <a:r>
              <a:rPr lang="es-ES" sz="2000" dirty="0" err="1"/>
              <a:t>followed</a:t>
            </a:r>
            <a:r>
              <a:rPr lang="es-ES" sz="2000" dirty="0"/>
              <a:t> by </a:t>
            </a:r>
            <a:r>
              <a:rPr lang="es-ES" sz="2000" dirty="0" err="1"/>
              <a:t>DeepFace</a:t>
            </a:r>
            <a:r>
              <a:rPr lang="es-ES" sz="2000" dirty="0"/>
              <a:t> and MobileNetV2 </a:t>
            </a:r>
            <a:r>
              <a:rPr lang="es-ES" sz="2000" dirty="0" err="1"/>
              <a:t>trained</a:t>
            </a:r>
            <a:r>
              <a:rPr lang="es-ES" sz="2000" dirty="0"/>
              <a:t> </a:t>
            </a:r>
            <a:r>
              <a:rPr lang="es-ES" sz="2000" dirty="0" err="1"/>
              <a:t>on</a:t>
            </a:r>
            <a:r>
              <a:rPr lang="es-ES" sz="2000" dirty="0"/>
              <a:t> </a:t>
            </a:r>
            <a:r>
              <a:rPr lang="es-ES" sz="2000" dirty="0" err="1"/>
              <a:t>Augmented</a:t>
            </a:r>
            <a:r>
              <a:rPr lang="es-E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 err="1"/>
              <a:t>Worst</a:t>
            </a:r>
            <a:r>
              <a:rPr lang="es-ES" sz="2000" b="1" dirty="0"/>
              <a:t> </a:t>
            </a:r>
            <a:r>
              <a:rPr lang="es-ES" sz="2000" b="1" dirty="0" err="1"/>
              <a:t>performers</a:t>
            </a:r>
            <a:r>
              <a:rPr lang="es-ES" sz="2000" dirty="0"/>
              <a:t>:</a:t>
            </a:r>
            <a:r>
              <a:rPr lang="es-ES" sz="2000" b="1" dirty="0"/>
              <a:t> </a:t>
            </a:r>
            <a:r>
              <a:rPr lang="es-ES" sz="2000" dirty="0"/>
              <a:t>the </a:t>
            </a:r>
            <a:r>
              <a:rPr lang="es-ES" sz="2000" dirty="0" err="1"/>
              <a:t>Classical</a:t>
            </a:r>
            <a:r>
              <a:rPr lang="es-ES" sz="2000" dirty="0"/>
              <a:t> </a:t>
            </a:r>
            <a:r>
              <a:rPr lang="es-ES" sz="2000" dirty="0" err="1"/>
              <a:t>Approaches</a:t>
            </a:r>
            <a:r>
              <a:rPr lang="es-ES" sz="2000" dirty="0"/>
              <a:t>: PCA, LBP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 err="1"/>
              <a:t>Best</a:t>
            </a:r>
            <a:r>
              <a:rPr lang="es-ES" sz="2000" dirty="0"/>
              <a:t> </a:t>
            </a:r>
            <a:r>
              <a:rPr lang="es-ES" sz="2000" dirty="0" err="1"/>
              <a:t>models</a:t>
            </a:r>
            <a:r>
              <a:rPr lang="es-ES" sz="2000" dirty="0"/>
              <a:t> </a:t>
            </a:r>
            <a:r>
              <a:rPr lang="es-ES" sz="2000" dirty="0" err="1"/>
              <a:t>achieve</a:t>
            </a:r>
            <a:r>
              <a:rPr lang="es-ES" sz="2000" dirty="0"/>
              <a:t> F1_scores </a:t>
            </a:r>
            <a:r>
              <a:rPr lang="es-ES" sz="2000" dirty="0" err="1"/>
              <a:t>above</a:t>
            </a:r>
            <a:r>
              <a:rPr lang="es-ES" sz="2000" dirty="0"/>
              <a:t> 0.88, </a:t>
            </a:r>
            <a:r>
              <a:rPr lang="en-US" sz="2000" dirty="0"/>
              <a:t>indicating strong and consistent prediction quality</a:t>
            </a: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CNN </a:t>
            </a:r>
            <a:r>
              <a:rPr lang="es-ES" sz="2000" dirty="0" err="1"/>
              <a:t>models</a:t>
            </a:r>
            <a:r>
              <a:rPr lang="es-ES" sz="2000" dirty="0"/>
              <a:t> </a:t>
            </a:r>
            <a:r>
              <a:rPr lang="es-ES" sz="2000" dirty="0" err="1"/>
              <a:t>outperform</a:t>
            </a:r>
            <a:r>
              <a:rPr lang="es-ES" sz="2000" dirty="0"/>
              <a:t> </a:t>
            </a:r>
            <a:r>
              <a:rPr lang="es-ES" sz="2000" dirty="0" err="1"/>
              <a:t>Classical</a:t>
            </a:r>
            <a:r>
              <a:rPr lang="es-ES" sz="2000" dirty="0"/>
              <a:t> ones even after </a:t>
            </a:r>
            <a:r>
              <a:rPr lang="es-ES" sz="2000" dirty="0" err="1"/>
              <a:t>augmentation</a:t>
            </a:r>
            <a:r>
              <a:rPr lang="es-ES" sz="2000" dirty="0"/>
              <a:t>, </a:t>
            </a:r>
            <a:r>
              <a:rPr lang="es-ES" sz="2000" dirty="0" err="1"/>
              <a:t>highlighting</a:t>
            </a:r>
            <a:r>
              <a:rPr lang="es-ES" sz="2000" dirty="0"/>
              <a:t> </a:t>
            </a:r>
            <a:r>
              <a:rPr lang="es-ES" sz="2000" dirty="0" err="1"/>
              <a:t>their</a:t>
            </a:r>
            <a:r>
              <a:rPr lang="es-ES" sz="2000" dirty="0"/>
              <a:t> </a:t>
            </a:r>
            <a:r>
              <a:rPr lang="es-ES" sz="2000" dirty="0" err="1"/>
              <a:t>limitations</a:t>
            </a:r>
            <a:r>
              <a:rPr lang="es-E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992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5628-049E-9992-49EF-EEE27A62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Evaluation</a:t>
            </a:r>
            <a:r>
              <a:rPr lang="es-ES" dirty="0"/>
              <a:t> – </a:t>
            </a:r>
            <a:r>
              <a:rPr lang="es-ES" dirty="0" err="1"/>
              <a:t>Validation</a:t>
            </a:r>
            <a:r>
              <a:rPr lang="es-ES" dirty="0"/>
              <a:t> 1:1</a:t>
            </a:r>
          </a:p>
        </p:txBody>
      </p:sp>
      <p:pic>
        <p:nvPicPr>
          <p:cNvPr id="5" name="Content Placeholder 4" descr="A person and person with a red box&#10;&#10;Description automatically generated">
            <a:extLst>
              <a:ext uri="{FF2B5EF4-FFF2-40B4-BE49-F238E27FC236}">
                <a16:creationId xmlns:a16="http://schemas.microsoft.com/office/drawing/2014/main" id="{6D77D4CA-C9F3-4073-7B47-ACDBC5B2E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588" y="1837009"/>
            <a:ext cx="5660412" cy="318398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770D66-49D2-5060-E7CB-8E1B7A969801}"/>
              </a:ext>
            </a:extLst>
          </p:cNvPr>
          <p:cNvSpPr txBox="1"/>
          <p:nvPr/>
        </p:nvSpPr>
        <p:spPr>
          <a:xfrm>
            <a:off x="612648" y="1459832"/>
            <a:ext cx="59189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 whether two face images belong to the same person, regardless of their class label.</a:t>
            </a:r>
          </a:p>
          <a:p>
            <a:r>
              <a:rPr lang="en-US" dirty="0"/>
              <a:t>Used for open-set matching (compare user of the device with their identity on database)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image is passed through an </a:t>
            </a:r>
            <a:r>
              <a:rPr lang="en-US" b="1" dirty="0"/>
              <a:t>embedding model</a:t>
            </a:r>
            <a:r>
              <a:rPr lang="en-US" dirty="0"/>
              <a:t> -&gt; </a:t>
            </a:r>
            <a:r>
              <a:rPr lang="es-ES" dirty="0" err="1"/>
              <a:t>numerical</a:t>
            </a:r>
            <a:r>
              <a:rPr lang="es-ES" dirty="0"/>
              <a:t> descriptor.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Compute </a:t>
            </a:r>
            <a:r>
              <a:rPr lang="es-ES" b="1" dirty="0" err="1"/>
              <a:t>pairwise</a:t>
            </a:r>
            <a:r>
              <a:rPr lang="es-ES" b="1" dirty="0"/>
              <a:t> </a:t>
            </a:r>
            <a:r>
              <a:rPr lang="es-ES" b="1" dirty="0" err="1"/>
              <a:t>distances</a:t>
            </a:r>
            <a:r>
              <a:rPr lang="es-ES" b="1" dirty="0"/>
              <a:t> (KNN)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Label</a:t>
            </a:r>
            <a:r>
              <a:rPr lang="es-ES" dirty="0"/>
              <a:t> each </a:t>
            </a:r>
            <a:r>
              <a:rPr lang="es-ES" dirty="0" err="1"/>
              <a:t>pair</a:t>
            </a:r>
            <a:r>
              <a:rPr lang="es-ES" dirty="0"/>
              <a:t> as </a:t>
            </a:r>
            <a:r>
              <a:rPr lang="es-ES" i="1" dirty="0"/>
              <a:t>Match </a:t>
            </a:r>
            <a:r>
              <a:rPr lang="es-ES" dirty="0"/>
              <a:t>or </a:t>
            </a:r>
            <a:r>
              <a:rPr lang="es-ES" i="1" dirty="0"/>
              <a:t>non-Match</a:t>
            </a:r>
          </a:p>
          <a:p>
            <a:endParaRPr lang="es-ES" dirty="0"/>
          </a:p>
          <a:p>
            <a:r>
              <a:rPr lang="es-ES" dirty="0"/>
              <a:t>The </a:t>
            </a:r>
            <a:r>
              <a:rPr lang="es-ES" dirty="0" err="1"/>
              <a:t>results</a:t>
            </a:r>
            <a:r>
              <a:rPr lang="es-ES" dirty="0"/>
              <a:t> are </a:t>
            </a:r>
            <a:r>
              <a:rPr lang="es-ES" dirty="0" err="1"/>
              <a:t>compared</a:t>
            </a:r>
            <a:r>
              <a:rPr lang="es-ES" dirty="0"/>
              <a:t> to </a:t>
            </a:r>
            <a:r>
              <a:rPr lang="es-ES" dirty="0" err="1"/>
              <a:t>their</a:t>
            </a:r>
            <a:r>
              <a:rPr lang="es-ES" dirty="0"/>
              <a:t> </a:t>
            </a:r>
            <a:r>
              <a:rPr lang="es-ES" dirty="0" err="1"/>
              <a:t>correct</a:t>
            </a:r>
            <a:r>
              <a:rPr lang="es-ES" dirty="0"/>
              <a:t> </a:t>
            </a:r>
            <a:r>
              <a:rPr lang="es-ES" dirty="0" err="1"/>
              <a:t>labels</a:t>
            </a:r>
            <a:r>
              <a:rPr lang="es-ES" dirty="0"/>
              <a:t> and </a:t>
            </a:r>
            <a:r>
              <a:rPr lang="es-ES" dirty="0" err="1"/>
              <a:t>claculate</a:t>
            </a:r>
            <a:r>
              <a:rPr lang="es-ES" dirty="0"/>
              <a:t> the </a:t>
            </a:r>
            <a:r>
              <a:rPr lang="es-ES" dirty="0" err="1"/>
              <a:t>metrics</a:t>
            </a:r>
            <a:r>
              <a:rPr lang="es-ES" dirty="0"/>
              <a:t>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AUC</a:t>
            </a:r>
            <a:r>
              <a:rPr lang="en-US" dirty="0"/>
              <a:t> (Area Under Curve): overall ranking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EER</a:t>
            </a:r>
            <a:r>
              <a:rPr lang="en-US" dirty="0"/>
              <a:t> (Equal Error Rate): the point where false acceptance = false rejection.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357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5628-049E-9992-49EF-EEE27A62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Evaluation</a:t>
            </a:r>
            <a:r>
              <a:rPr lang="es-ES" dirty="0"/>
              <a:t> – </a:t>
            </a:r>
            <a:r>
              <a:rPr lang="es-ES" dirty="0" err="1"/>
              <a:t>Validation</a:t>
            </a:r>
            <a:r>
              <a:rPr lang="es-ES" dirty="0"/>
              <a:t> 1:1 – </a:t>
            </a:r>
            <a:r>
              <a:rPr lang="es-ES" dirty="0" err="1"/>
              <a:t>Comparison</a:t>
            </a:r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70D66-49D2-5060-E7CB-8E1B7A969801}"/>
              </a:ext>
            </a:extLst>
          </p:cNvPr>
          <p:cNvSpPr txBox="1"/>
          <p:nvPr/>
        </p:nvSpPr>
        <p:spPr>
          <a:xfrm>
            <a:off x="323367" y="1487541"/>
            <a:ext cx="57726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Custom VGG16 with augmentation </a:t>
            </a:r>
            <a:r>
              <a:rPr lang="en-US" dirty="0"/>
              <a:t>produces the most reliable embeddings for identity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augmentation significantly boosts verification </a:t>
            </a:r>
            <a:r>
              <a:rPr lang="en-US" dirty="0"/>
              <a:t>accuracy when also used during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Fine-tuning improves embedding quality</a:t>
            </a:r>
            <a:r>
              <a:rPr lang="en-US" dirty="0"/>
              <a:t>, especially for CNN-based models like VGG16.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MobileNetV2 and </a:t>
            </a:r>
            <a:r>
              <a:rPr lang="en-US" b="1" dirty="0" err="1"/>
              <a:t>DeepFace</a:t>
            </a:r>
            <a:r>
              <a:rPr lang="en-US" b="1" dirty="0"/>
              <a:t> </a:t>
            </a:r>
            <a:r>
              <a:rPr lang="en-US" dirty="0"/>
              <a:t>models show limited generalization, underperforming across test 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Verification </a:t>
            </a:r>
            <a:r>
              <a:rPr lang="en-US" b="1" dirty="0"/>
              <a:t>accuracy depends heavily on consistency </a:t>
            </a:r>
            <a:r>
              <a:rPr lang="en-US" dirty="0"/>
              <a:t>between training and test distributions. (Real vs Verified face)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ArcFace</a:t>
            </a:r>
            <a:r>
              <a:rPr lang="en-US" b="1" dirty="0"/>
              <a:t> failed </a:t>
            </a:r>
            <a:r>
              <a:rPr lang="en-US" dirty="0"/>
              <a:t>to generate valid embeddings in this test due to dependency issues (excluded from conclusions).</a:t>
            </a:r>
            <a:endParaRPr lang="es-E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DF7B00E-0E90-E5B0-063E-008F12031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3025" y="1357102"/>
            <a:ext cx="6225384" cy="262689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5BE67E-3C29-D1E6-24E3-86CD313A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16" y="3983998"/>
            <a:ext cx="6225384" cy="262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12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A8BB-F858-1988-CD37-331E8D83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Does Data </a:t>
            </a:r>
            <a:r>
              <a:rPr lang="es-ES" dirty="0" err="1"/>
              <a:t>Augmentation</a:t>
            </a:r>
            <a:r>
              <a:rPr lang="es-ES" dirty="0"/>
              <a:t> </a:t>
            </a:r>
            <a:r>
              <a:rPr lang="es-ES" dirty="0" err="1"/>
              <a:t>matter</a:t>
            </a:r>
            <a:r>
              <a:rPr lang="es-E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96E8CE-B347-8A78-E148-ADB40881A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8028" y="523782"/>
            <a:ext cx="3943971" cy="23142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7202C7-07B7-520C-46AA-8E0D306C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029" y="2862871"/>
            <a:ext cx="3943971" cy="1921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B7367C-3814-6ECF-E6EF-7380B51BF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028" y="4808977"/>
            <a:ext cx="3943972" cy="19212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C72DA1-4B66-7286-946B-E342E23E69FB}"/>
              </a:ext>
            </a:extLst>
          </p:cNvPr>
          <p:cNvSpPr txBox="1"/>
          <p:nvPr/>
        </p:nvSpPr>
        <p:spPr>
          <a:xfrm>
            <a:off x="7786363" y="948460"/>
            <a:ext cx="461665" cy="165369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s-ES" dirty="0" err="1"/>
              <a:t>Classification</a:t>
            </a:r>
            <a:endParaRPr lang="es-E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0E6B7-5F2F-C295-5BCE-0CD7B5AAF26C}"/>
              </a:ext>
            </a:extLst>
          </p:cNvPr>
          <p:cNvSpPr txBox="1"/>
          <p:nvPr/>
        </p:nvSpPr>
        <p:spPr>
          <a:xfrm>
            <a:off x="7509364" y="2919424"/>
            <a:ext cx="738664" cy="165369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s-ES" dirty="0" err="1"/>
              <a:t>Validation</a:t>
            </a:r>
            <a:r>
              <a:rPr lang="es-ES" dirty="0"/>
              <a:t> Original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B8173-1EC9-C37F-2393-AAFCFEF4BAB4}"/>
              </a:ext>
            </a:extLst>
          </p:cNvPr>
          <p:cNvSpPr txBox="1"/>
          <p:nvPr/>
        </p:nvSpPr>
        <p:spPr>
          <a:xfrm>
            <a:off x="7509364" y="4782283"/>
            <a:ext cx="738664" cy="165369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s-ES" dirty="0" err="1"/>
              <a:t>Validation</a:t>
            </a:r>
            <a:r>
              <a:rPr lang="es-ES" dirty="0"/>
              <a:t> </a:t>
            </a:r>
            <a:r>
              <a:rPr lang="es-ES" dirty="0" err="1"/>
              <a:t>Augmented</a:t>
            </a:r>
            <a:endParaRPr lang="es-E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B339E-4AB4-5EDA-95D6-EACBB8DF960C}"/>
              </a:ext>
            </a:extLst>
          </p:cNvPr>
          <p:cNvSpPr txBox="1"/>
          <p:nvPr/>
        </p:nvSpPr>
        <p:spPr>
          <a:xfrm>
            <a:off x="593631" y="1207113"/>
            <a:ext cx="67286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Augmentation increases F1-score </a:t>
            </a:r>
            <a:r>
              <a:rPr lang="en-US" dirty="0"/>
              <a:t>in classification by almost </a:t>
            </a:r>
            <a:r>
              <a:rPr lang="en-US" b="1" dirty="0"/>
              <a:t>19%</a:t>
            </a:r>
            <a:r>
              <a:rPr lang="en-US" dirty="0"/>
              <a:t>.</a:t>
            </a:r>
          </a:p>
          <a:p>
            <a:r>
              <a:rPr lang="en-US" dirty="0"/>
              <a:t>In </a:t>
            </a:r>
            <a:r>
              <a:rPr lang="en-US" b="1" dirty="0"/>
              <a:t>validation</a:t>
            </a:r>
            <a:r>
              <a:rPr lang="en-US" dirty="0"/>
              <a:t>, depends </a:t>
            </a:r>
            <a:r>
              <a:rPr lang="en-US" dirty="0" err="1"/>
              <a:t>wether</a:t>
            </a:r>
            <a:r>
              <a:rPr lang="en-US" dirty="0"/>
              <a:t> the models were </a:t>
            </a:r>
            <a:r>
              <a:rPr lang="en-US" b="1" dirty="0"/>
              <a:t>trained</a:t>
            </a:r>
            <a:r>
              <a:rPr lang="en-US" dirty="0"/>
              <a:t> with </a:t>
            </a:r>
            <a:r>
              <a:rPr lang="en-US" b="1" dirty="0"/>
              <a:t>original data </a:t>
            </a:r>
            <a:r>
              <a:rPr lang="en-US" dirty="0"/>
              <a:t>(</a:t>
            </a:r>
            <a:r>
              <a:rPr lang="en-US" i="1" dirty="0"/>
              <a:t>worse results</a:t>
            </a:r>
            <a:r>
              <a:rPr lang="en-US" dirty="0"/>
              <a:t>) or also with </a:t>
            </a:r>
            <a:r>
              <a:rPr lang="en-US" b="1" dirty="0"/>
              <a:t>augmented data </a:t>
            </a:r>
            <a:r>
              <a:rPr lang="en-US" dirty="0"/>
              <a:t>(</a:t>
            </a:r>
            <a:r>
              <a:rPr lang="en-US" i="1" dirty="0"/>
              <a:t>noticeable improvement</a:t>
            </a:r>
            <a:r>
              <a:rPr lang="en-US" dirty="0"/>
              <a:t>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Augmentation is critical for improving classification accuracy across all architectures.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validation</a:t>
            </a:r>
            <a:r>
              <a:rPr lang="en-US" dirty="0"/>
              <a:t>, augmentation must be mirrored in both </a:t>
            </a:r>
            <a:r>
              <a:rPr lang="en-US" b="1" dirty="0"/>
              <a:t>training and evaluation </a:t>
            </a:r>
            <a:r>
              <a:rPr lang="en-US" dirty="0"/>
              <a:t>to be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Best results </a:t>
            </a:r>
            <a:r>
              <a:rPr lang="en-US" dirty="0"/>
              <a:t>come from combining </a:t>
            </a:r>
            <a:r>
              <a:rPr lang="en-US" b="1" dirty="0"/>
              <a:t>augmentation and fine-tuning</a:t>
            </a:r>
            <a:r>
              <a:rPr lang="en-US" dirty="0"/>
              <a:t>, as seen in VGG16 Custom Augmented.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Embedding-based pipelines are highly sensitive to image distribution — augmentation must be controlled and consistent.</a:t>
            </a:r>
            <a:endParaRPr lang="es-E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49EDF7-9229-030B-A16F-A74ABDE41563}"/>
              </a:ext>
            </a:extLst>
          </p:cNvPr>
          <p:cNvSpPr txBox="1"/>
          <p:nvPr/>
        </p:nvSpPr>
        <p:spPr>
          <a:xfrm>
            <a:off x="8248029" y="6334218"/>
            <a:ext cx="1867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0070C0"/>
                </a:solidFill>
              </a:rPr>
              <a:t>EER (</a:t>
            </a:r>
            <a:r>
              <a:rPr lang="es-ES" sz="1400" b="1" dirty="0" err="1">
                <a:solidFill>
                  <a:srgbClr val="0070C0"/>
                </a:solidFill>
              </a:rPr>
              <a:t>Lower</a:t>
            </a:r>
            <a:r>
              <a:rPr lang="es-ES" sz="1400" b="1" dirty="0">
                <a:solidFill>
                  <a:srgbClr val="0070C0"/>
                </a:solidFill>
              </a:rPr>
              <a:t> is Better)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CFB9DB-E750-8F94-D6FC-4BB043335BEB}"/>
              </a:ext>
            </a:extLst>
          </p:cNvPr>
          <p:cNvSpPr txBox="1"/>
          <p:nvPr/>
        </p:nvSpPr>
        <p:spPr>
          <a:xfrm>
            <a:off x="10332465" y="6334780"/>
            <a:ext cx="1867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AUC (</a:t>
            </a:r>
            <a:r>
              <a:rPr lang="es-ES" sz="1400" b="1" dirty="0" err="1">
                <a:solidFill>
                  <a:schemeClr val="accent6">
                    <a:lumMod val="75000"/>
                  </a:schemeClr>
                </a:solidFill>
              </a:rPr>
              <a:t>Higher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 is Better)</a:t>
            </a:r>
          </a:p>
        </p:txBody>
      </p:sp>
    </p:spTree>
    <p:extLst>
      <p:ext uri="{BB962C8B-B14F-4D97-AF65-F5344CB8AC3E}">
        <p14:creationId xmlns:p14="http://schemas.microsoft.com/office/powerpoint/2010/main" val="2605861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C1642-0856-56FB-A658-7318B400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651210"/>
          </a:xfrm>
        </p:spPr>
        <p:txBody>
          <a:bodyPr anchor="b">
            <a:normAutofit/>
          </a:bodyPr>
          <a:lstStyle/>
          <a:p>
            <a:r>
              <a:rPr lang="es-ES" dirty="0" err="1"/>
              <a:t>Conclusions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C2150-CC29-4060-0A45-C05604620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11705"/>
            <a:ext cx="6035041" cy="521368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Custom fine-tuned CNNs, especially VGG16 and MobileNetV2, deliver the strongest performance</a:t>
            </a:r>
            <a:r>
              <a:rPr lang="en-US" dirty="0"/>
              <a:t> across both classification and verification tasks when trained on augmented data.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Embedding-based pipelines (</a:t>
            </a:r>
            <a:r>
              <a:rPr lang="en-US" b="1" dirty="0" err="1"/>
              <a:t>ArcFace</a:t>
            </a:r>
            <a:r>
              <a:rPr lang="en-US" b="1" dirty="0"/>
              <a:t>, </a:t>
            </a:r>
            <a:r>
              <a:rPr lang="en-US" b="1" dirty="0" err="1"/>
              <a:t>FaceNet</a:t>
            </a:r>
            <a:r>
              <a:rPr lang="en-US" b="1" dirty="0"/>
              <a:t> + KNN) are also highly effective</a:t>
            </a:r>
            <a:r>
              <a:rPr lang="en-US" dirty="0"/>
              <a:t>, particularly in classification — but rely on clean, consistent input data and may struggle with verification if embeddings are misaligned.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Traditional methods (PCA, LBP)</a:t>
            </a:r>
            <a:r>
              <a:rPr lang="en-US" dirty="0"/>
              <a:t> perform significantly worse, even with augmentation, and are not suitable for high-accuracy recognition.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Augmentation </a:t>
            </a:r>
            <a:r>
              <a:rPr lang="en-US" dirty="0"/>
              <a:t>generally improves significantly a CNN model capabilities.</a:t>
            </a:r>
            <a:endParaRPr lang="en-US" b="1" dirty="0"/>
          </a:p>
          <a:p>
            <a:pPr>
              <a:lnSpc>
                <a:spcPct val="110000"/>
              </a:lnSpc>
            </a:pPr>
            <a:endParaRPr lang="es-ES" sz="1800" dirty="0"/>
          </a:p>
        </p:txBody>
      </p:sp>
      <p:pic>
        <p:nvPicPr>
          <p:cNvPr id="5" name="Picture 4" descr="A robot with human face">
            <a:extLst>
              <a:ext uri="{FF2B5EF4-FFF2-40B4-BE49-F238E27FC236}">
                <a16:creationId xmlns:a16="http://schemas.microsoft.com/office/drawing/2014/main" id="{64B5D145-256D-EB4B-50AA-B364EEC57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61" r="29468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98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B7DDF-20EA-DB5D-7462-FA8CACA19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667252"/>
          </a:xfrm>
        </p:spPr>
        <p:txBody>
          <a:bodyPr anchor="b">
            <a:normAutofit/>
          </a:bodyPr>
          <a:lstStyle/>
          <a:p>
            <a:r>
              <a:rPr lang="es-ES" dirty="0" err="1"/>
              <a:t>Conclusion</a:t>
            </a:r>
            <a:r>
              <a:rPr lang="es-E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9411C-6CFE-1F25-BCCC-DB1A9C091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67326"/>
            <a:ext cx="6035041" cy="5042034"/>
          </a:xfrm>
        </p:spPr>
        <p:txBody>
          <a:bodyPr>
            <a:normAutofit/>
          </a:bodyPr>
          <a:lstStyle/>
          <a:p>
            <a:r>
              <a:rPr lang="en-US" sz="1800" dirty="0"/>
              <a:t>All top-performing models used in this project are publicly available and open source, making them accessible to developers and researchers without proprietary restrictions.</a:t>
            </a:r>
          </a:p>
          <a:p>
            <a:r>
              <a:rPr lang="en-US" sz="1800" dirty="0"/>
              <a:t>With proper input alignment, light preprocessing, and dataset-specific fine-tuning, these models can rival commercial solutions for many use cases — such as attendance tracking, personal security, or identity validation.</a:t>
            </a:r>
          </a:p>
          <a:p>
            <a:r>
              <a:rPr lang="en-US" sz="1800" dirty="0"/>
              <a:t>Final performance and deployment depend not just on model choice but also on pipeline design, preprocessing consistency, domain adaptation and specific target device.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CD32A0B8-F16D-A91B-F964-A921BDDBB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10" r="1034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67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73272-CC03-9E33-391C-70916CBF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s-ES" dirty="0"/>
              <a:t>Target to </a:t>
            </a:r>
            <a:r>
              <a:rPr lang="es-ES" dirty="0" err="1"/>
              <a:t>Devices</a:t>
            </a:r>
            <a:r>
              <a:rPr lang="es-ES" dirty="0"/>
              <a:t> (</a:t>
            </a:r>
            <a:r>
              <a:rPr lang="es-ES" dirty="0" err="1"/>
              <a:t>phone</a:t>
            </a:r>
            <a:r>
              <a:rPr lang="es-ES" dirty="0"/>
              <a:t> and laptop </a:t>
            </a:r>
            <a:r>
              <a:rPr lang="es-ES" dirty="0" err="1"/>
              <a:t>image</a:t>
            </a:r>
            <a:r>
              <a:rPr lang="es-E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62168-7D3F-1013-0D40-C81B7C1D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4927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1800" dirty="0"/>
              <a:t>With the </a:t>
            </a:r>
            <a:r>
              <a:rPr lang="es-ES" sz="1800" dirty="0" err="1"/>
              <a:t>best</a:t>
            </a:r>
            <a:r>
              <a:rPr lang="es-ES" sz="1800" dirty="0"/>
              <a:t> </a:t>
            </a:r>
            <a:r>
              <a:rPr lang="es-ES" sz="1800" dirty="0" err="1"/>
              <a:t>performing</a:t>
            </a:r>
            <a:r>
              <a:rPr lang="es-ES" sz="1800" dirty="0"/>
              <a:t> </a:t>
            </a:r>
            <a:r>
              <a:rPr lang="es-ES" sz="1800" dirty="0" err="1"/>
              <a:t>models</a:t>
            </a:r>
            <a:r>
              <a:rPr lang="es-ES" sz="1800" dirty="0"/>
              <a:t>, now </a:t>
            </a:r>
            <a:r>
              <a:rPr lang="es-ES" sz="1800" dirty="0" err="1"/>
              <a:t>its</a:t>
            </a:r>
            <a:r>
              <a:rPr lang="es-ES" sz="1800" dirty="0"/>
              <a:t> time to take </a:t>
            </a:r>
            <a:r>
              <a:rPr lang="es-ES" sz="1800" dirty="0" err="1"/>
              <a:t>into</a:t>
            </a:r>
            <a:r>
              <a:rPr lang="es-ES" sz="1800" dirty="0"/>
              <a:t> </a:t>
            </a:r>
            <a:r>
              <a:rPr lang="es-ES" sz="1800" dirty="0" err="1"/>
              <a:t>account</a:t>
            </a:r>
            <a:r>
              <a:rPr lang="es-ES" sz="1800" dirty="0"/>
              <a:t> other </a:t>
            </a:r>
            <a:r>
              <a:rPr lang="es-ES" sz="1800" dirty="0" err="1"/>
              <a:t>factors</a:t>
            </a:r>
            <a:r>
              <a:rPr lang="es-ES" sz="1800" dirty="0"/>
              <a:t>:</a:t>
            </a:r>
          </a:p>
          <a:p>
            <a:r>
              <a:rPr lang="es-ES" sz="1800" dirty="0"/>
              <a:t>The </a:t>
            </a:r>
            <a:r>
              <a:rPr lang="es-ES" sz="1800" dirty="0" err="1"/>
              <a:t>easiest</a:t>
            </a:r>
            <a:r>
              <a:rPr lang="es-ES" sz="1800" dirty="0"/>
              <a:t> way to </a:t>
            </a:r>
            <a:r>
              <a:rPr lang="es-ES" sz="1800" dirty="0" err="1"/>
              <a:t>implement</a:t>
            </a:r>
            <a:r>
              <a:rPr lang="es-ES" sz="1800" dirty="0"/>
              <a:t> is </a:t>
            </a:r>
            <a:r>
              <a:rPr lang="es-ES" sz="1800" dirty="0" err="1"/>
              <a:t>DeepFace</a:t>
            </a:r>
            <a:r>
              <a:rPr lang="es-ES" sz="1800" dirty="0"/>
              <a:t> </a:t>
            </a:r>
            <a:r>
              <a:rPr lang="es-ES" sz="1800" dirty="0" err="1"/>
              <a:t>library</a:t>
            </a:r>
            <a:r>
              <a:rPr lang="es-ES" sz="1800" dirty="0"/>
              <a:t> with </a:t>
            </a:r>
            <a:r>
              <a:rPr lang="es-ES" sz="1800" dirty="0" err="1"/>
              <a:t>FaceNet</a:t>
            </a:r>
            <a:r>
              <a:rPr lang="es-ES" sz="1800" dirty="0"/>
              <a:t>.</a:t>
            </a:r>
          </a:p>
          <a:p>
            <a:r>
              <a:rPr lang="es-ES" sz="1800" dirty="0" err="1"/>
              <a:t>Fastest</a:t>
            </a:r>
            <a:r>
              <a:rPr lang="es-ES" sz="1800" dirty="0"/>
              <a:t> training was </a:t>
            </a:r>
            <a:r>
              <a:rPr lang="es-ES" sz="1800" dirty="0" err="1"/>
              <a:t>from</a:t>
            </a:r>
            <a:r>
              <a:rPr lang="es-ES" sz="1800" dirty="0"/>
              <a:t> MobileNetV2.</a:t>
            </a:r>
          </a:p>
          <a:p>
            <a:r>
              <a:rPr lang="es-ES" sz="1800" dirty="0" err="1"/>
              <a:t>Classic</a:t>
            </a:r>
            <a:r>
              <a:rPr lang="es-ES" sz="1800" dirty="0"/>
              <a:t> </a:t>
            </a:r>
            <a:r>
              <a:rPr lang="es-ES" sz="1800" dirty="0" err="1"/>
              <a:t>models</a:t>
            </a:r>
            <a:r>
              <a:rPr lang="es-ES" sz="1800" dirty="0"/>
              <a:t> - not </a:t>
            </a:r>
            <a:r>
              <a:rPr lang="es-ES" sz="1800" dirty="0" err="1"/>
              <a:t>considered</a:t>
            </a:r>
            <a:r>
              <a:rPr lang="es-ES" sz="1800" dirty="0"/>
              <a:t> </a:t>
            </a:r>
            <a:r>
              <a:rPr lang="es-ES" sz="1800" dirty="0" err="1"/>
              <a:t>for</a:t>
            </a:r>
            <a:r>
              <a:rPr lang="es-ES" sz="1800" dirty="0"/>
              <a:t> </a:t>
            </a:r>
            <a:r>
              <a:rPr lang="es-ES" sz="1800" dirty="0" err="1"/>
              <a:t>low</a:t>
            </a:r>
            <a:r>
              <a:rPr lang="es-ES" sz="1800" dirty="0"/>
              <a:t> performance</a:t>
            </a:r>
          </a:p>
          <a:p>
            <a:pPr marL="0" indent="0">
              <a:buNone/>
            </a:pPr>
            <a:r>
              <a:rPr lang="es-ES" sz="1800" b="1" dirty="0" err="1"/>
              <a:t>Best</a:t>
            </a:r>
            <a:r>
              <a:rPr lang="es-ES" sz="1800" b="1" dirty="0"/>
              <a:t> </a:t>
            </a:r>
            <a:r>
              <a:rPr lang="es-ES" sz="1800" b="1" dirty="0" err="1"/>
              <a:t>option</a:t>
            </a:r>
            <a:r>
              <a:rPr lang="es-ES" sz="1800" b="1" dirty="0"/>
              <a:t>:</a:t>
            </a:r>
            <a:r>
              <a:rPr lang="es-ES" sz="1800" dirty="0"/>
              <a:t> </a:t>
            </a:r>
            <a:r>
              <a:rPr lang="es-ES" sz="1800" dirty="0" err="1"/>
              <a:t>FaceNet</a:t>
            </a:r>
            <a:r>
              <a:rPr lang="es-ES" sz="1800" dirty="0"/>
              <a:t> implemente with </a:t>
            </a:r>
            <a:r>
              <a:rPr lang="es-ES" sz="1800" dirty="0" err="1"/>
              <a:t>DeepFace</a:t>
            </a:r>
            <a:r>
              <a:rPr lang="es-ES" sz="1800" dirty="0"/>
              <a:t>, </a:t>
            </a:r>
            <a:r>
              <a:rPr lang="es-ES" sz="1800" dirty="0" err="1"/>
              <a:t>provides</a:t>
            </a:r>
            <a:r>
              <a:rPr lang="es-ES" sz="1800" dirty="0"/>
              <a:t> one </a:t>
            </a:r>
            <a:r>
              <a:rPr lang="es-ES" sz="1800" dirty="0" err="1"/>
              <a:t>of</a:t>
            </a:r>
            <a:r>
              <a:rPr lang="es-ES" sz="1800" dirty="0"/>
              <a:t> the </a:t>
            </a:r>
            <a:r>
              <a:rPr lang="es-ES" sz="1800" dirty="0" err="1"/>
              <a:t>strongest</a:t>
            </a:r>
            <a:r>
              <a:rPr lang="es-ES" sz="1800" dirty="0"/>
              <a:t> performances with no training time. </a:t>
            </a:r>
            <a:r>
              <a:rPr lang="es-ES" sz="1800" dirty="0" err="1"/>
              <a:t>Embedding</a:t>
            </a:r>
            <a:r>
              <a:rPr lang="es-ES" sz="1800" dirty="0"/>
              <a:t> </a:t>
            </a:r>
            <a:r>
              <a:rPr lang="es-ES" sz="1800" dirty="0" err="1"/>
              <a:t>extraction</a:t>
            </a:r>
            <a:r>
              <a:rPr lang="es-ES" sz="1800" dirty="0"/>
              <a:t> is </a:t>
            </a:r>
            <a:r>
              <a:rPr lang="es-ES" sz="1800" dirty="0" err="1"/>
              <a:t>fast</a:t>
            </a:r>
            <a:r>
              <a:rPr lang="es-ES" sz="1800" dirty="0"/>
              <a:t>.</a:t>
            </a:r>
          </a:p>
          <a:p>
            <a:pPr marL="0" indent="0">
              <a:buNone/>
            </a:pPr>
            <a:r>
              <a:rPr lang="es-ES" sz="1800" b="1" dirty="0" err="1"/>
              <a:t>Devices</a:t>
            </a:r>
            <a:r>
              <a:rPr lang="es-ES" sz="1800" dirty="0"/>
              <a:t> could come with the model </a:t>
            </a:r>
            <a:r>
              <a:rPr lang="es-ES" sz="1800" dirty="0" err="1"/>
              <a:t>pre-downloaded</a:t>
            </a:r>
            <a:r>
              <a:rPr lang="es-ES" sz="1800" dirty="0"/>
              <a:t>, </a:t>
            </a:r>
            <a:r>
              <a:rPr lang="es-ES" sz="1800" dirty="0" err="1"/>
              <a:t>only</a:t>
            </a:r>
            <a:r>
              <a:rPr lang="es-ES" sz="1800" dirty="0"/>
              <a:t> </a:t>
            </a:r>
            <a:r>
              <a:rPr lang="es-ES" sz="1800" dirty="0" err="1"/>
              <a:t>calculation</a:t>
            </a:r>
            <a:r>
              <a:rPr lang="es-ES" sz="1800" dirty="0"/>
              <a:t> </a:t>
            </a:r>
            <a:r>
              <a:rPr lang="es-ES" sz="1800" dirty="0" err="1"/>
              <a:t>on</a:t>
            </a:r>
            <a:r>
              <a:rPr lang="es-ES" sz="1800" dirty="0"/>
              <a:t> </a:t>
            </a:r>
            <a:r>
              <a:rPr lang="es-ES" sz="1800" dirty="0" err="1"/>
              <a:t>device</a:t>
            </a:r>
            <a:r>
              <a:rPr lang="es-ES" sz="1800" dirty="0"/>
              <a:t> would be </a:t>
            </a:r>
            <a:r>
              <a:rPr lang="es-ES" sz="1800" dirty="0" err="1"/>
              <a:t>embedding</a:t>
            </a:r>
            <a:r>
              <a:rPr lang="es-ES" sz="1800" dirty="0"/>
              <a:t> </a:t>
            </a:r>
            <a:r>
              <a:rPr lang="es-ES" sz="1800" dirty="0" err="1"/>
              <a:t>extraction</a:t>
            </a:r>
            <a:r>
              <a:rPr lang="es-ES" sz="1800" dirty="0"/>
              <a:t> with </a:t>
            </a:r>
            <a:r>
              <a:rPr lang="es-ES" sz="1800" dirty="0" err="1"/>
              <a:t>possibility</a:t>
            </a:r>
            <a:r>
              <a:rPr lang="es-ES" sz="1800" dirty="0"/>
              <a:t> </a:t>
            </a:r>
            <a:r>
              <a:rPr lang="es-ES" sz="1800" dirty="0" err="1"/>
              <a:t>for</a:t>
            </a:r>
            <a:r>
              <a:rPr lang="es-ES" sz="1800" dirty="0"/>
              <a:t> </a:t>
            </a:r>
            <a:r>
              <a:rPr lang="es-ES" sz="1800" dirty="0" err="1"/>
              <a:t>image</a:t>
            </a:r>
            <a:r>
              <a:rPr lang="es-ES" sz="1800" dirty="0"/>
              <a:t> </a:t>
            </a:r>
            <a:r>
              <a:rPr lang="es-ES" sz="1800" dirty="0" err="1"/>
              <a:t>augmentation</a:t>
            </a:r>
            <a:r>
              <a:rPr lang="es-ES" sz="1800" dirty="0"/>
              <a:t>.</a:t>
            </a:r>
          </a:p>
          <a:p>
            <a:pPr marL="0" indent="0">
              <a:buNone/>
            </a:pPr>
            <a:r>
              <a:rPr lang="es-ES" sz="1800" b="1" dirty="0"/>
              <a:t>Viable</a:t>
            </a:r>
            <a:r>
              <a:rPr lang="es-ES" sz="1800" dirty="0"/>
              <a:t> </a:t>
            </a:r>
            <a:r>
              <a:rPr lang="es-ES" sz="1800" dirty="0" err="1"/>
              <a:t>option</a:t>
            </a:r>
            <a:r>
              <a:rPr lang="es-ES" sz="1800" dirty="0"/>
              <a:t> </a:t>
            </a:r>
            <a:r>
              <a:rPr lang="es-ES" sz="1800" dirty="0" err="1"/>
              <a:t>for</a:t>
            </a:r>
            <a:r>
              <a:rPr lang="es-ES" sz="1800" dirty="0"/>
              <a:t> Android pones, Linux </a:t>
            </a:r>
            <a:r>
              <a:rPr lang="es-ES" sz="1800" dirty="0" err="1"/>
              <a:t>distributions</a:t>
            </a:r>
            <a:r>
              <a:rPr lang="es-ES" sz="1800" dirty="0"/>
              <a:t> etc.</a:t>
            </a:r>
            <a:endParaRPr lang="es-ES" sz="1800" b="1" dirty="0"/>
          </a:p>
        </p:txBody>
      </p:sp>
      <p:pic>
        <p:nvPicPr>
          <p:cNvPr id="16" name="Picture 15" descr="High angle view of a work table with a laptop">
            <a:extLst>
              <a:ext uri="{FF2B5EF4-FFF2-40B4-BE49-F238E27FC236}">
                <a16:creationId xmlns:a16="http://schemas.microsoft.com/office/drawing/2014/main" id="{055AC352-E2E7-02B4-F8FE-B19C1D3C6C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00" r="12129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42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F648-441B-2CC2-B8D2-1FF07E05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Demo – Log in with </a:t>
            </a:r>
            <a:r>
              <a:rPr lang="es-ES" dirty="0" err="1"/>
              <a:t>Face</a:t>
            </a:r>
            <a:r>
              <a:rPr lang="es-ES" dirty="0"/>
              <a:t> </a:t>
            </a:r>
            <a:r>
              <a:rPr lang="es-ES" dirty="0" err="1"/>
              <a:t>Recognition</a:t>
            </a:r>
            <a:endParaRPr lang="es-ES" dirty="0"/>
          </a:p>
        </p:txBody>
      </p:sp>
      <p:pic>
        <p:nvPicPr>
          <p:cNvPr id="4" name="demo">
            <a:hlinkClick r:id="" action="ppaction://media"/>
            <a:extLst>
              <a:ext uri="{FF2B5EF4-FFF2-40B4-BE49-F238E27FC236}">
                <a16:creationId xmlns:a16="http://schemas.microsoft.com/office/drawing/2014/main" id="{2ED3A82C-A8B5-7ABD-E64B-B6348EAD2EA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7937" y="1086391"/>
            <a:ext cx="10260419" cy="5771609"/>
          </a:xfrm>
        </p:spPr>
      </p:pic>
    </p:spTree>
    <p:extLst>
      <p:ext uri="{BB962C8B-B14F-4D97-AF65-F5344CB8AC3E}">
        <p14:creationId xmlns:p14="http://schemas.microsoft.com/office/powerpoint/2010/main" val="347622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198F2-0D76-CC3A-002C-ADD17D243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pPr algn="ctr"/>
            <a:r>
              <a:rPr lang="es-E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F891A-42F5-83ED-BA67-0BC80E9FE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endParaRPr lang="es-ES" sz="1800" dirty="0"/>
          </a:p>
          <a:p>
            <a:pPr marL="0" indent="0" algn="ctr">
              <a:buNone/>
            </a:pPr>
            <a:r>
              <a:rPr lang="es-ES" sz="2400" dirty="0" err="1"/>
              <a:t>Thank</a:t>
            </a:r>
            <a:r>
              <a:rPr lang="es-ES" sz="2400" dirty="0"/>
              <a:t> you </a:t>
            </a:r>
            <a:r>
              <a:rPr lang="es-ES" sz="2400" dirty="0" err="1"/>
              <a:t>for</a:t>
            </a:r>
            <a:r>
              <a:rPr lang="es-ES" sz="2400" dirty="0"/>
              <a:t> </a:t>
            </a:r>
            <a:r>
              <a:rPr lang="es-ES" sz="2400" dirty="0" err="1"/>
              <a:t>listening</a:t>
            </a: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None/>
            </a:pPr>
            <a:endParaRPr lang="es-ES" sz="2400" b="1" dirty="0"/>
          </a:p>
          <a:p>
            <a:pPr marL="0" indent="0" algn="ctr">
              <a:buNone/>
            </a:pPr>
            <a:r>
              <a:rPr lang="es-ES" sz="2400" b="1" dirty="0" err="1"/>
              <a:t>Any</a:t>
            </a:r>
            <a:r>
              <a:rPr lang="es-ES" sz="2400" b="1" dirty="0"/>
              <a:t> </a:t>
            </a:r>
            <a:r>
              <a:rPr lang="es-ES" sz="2400" b="1" dirty="0" err="1"/>
              <a:t>questions</a:t>
            </a:r>
            <a:r>
              <a:rPr lang="es-ES" sz="2400" b="1" dirty="0"/>
              <a:t>?</a:t>
            </a:r>
          </a:p>
        </p:txBody>
      </p:sp>
      <p:pic>
        <p:nvPicPr>
          <p:cNvPr id="5" name="Picture 4" descr="Question mark against red wall">
            <a:extLst>
              <a:ext uri="{FF2B5EF4-FFF2-40B4-BE49-F238E27FC236}">
                <a16:creationId xmlns:a16="http://schemas.microsoft.com/office/drawing/2014/main" id="{86191B43-2E6E-0DDD-2BE0-0EF7C2DA6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76" r="271" b="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273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3853</TotalTime>
  <Words>1969</Words>
  <Application>Microsoft Office PowerPoint</Application>
  <PresentationFormat>Widescreen</PresentationFormat>
  <Paragraphs>175</Paragraphs>
  <Slides>24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Neue Haas Grotesk Text Pro</vt:lpstr>
      <vt:lpstr>VanillaVTI</vt:lpstr>
      <vt:lpstr>Face Reconition for Limited Resources Devices Computer Vision By Alvaro Cervan Canton, Lucerne University of Applied Sciences and Arts, 2025</vt:lpstr>
      <vt:lpstr>What is Face Recognition?</vt:lpstr>
      <vt:lpstr>Project Objective and Motivation</vt:lpstr>
      <vt:lpstr>The Datasets</vt:lpstr>
      <vt:lpstr>Models</vt:lpstr>
      <vt:lpstr>Models: Classical Approaches - PCA</vt:lpstr>
      <vt:lpstr>Models: Classical Approaches - LBP</vt:lpstr>
      <vt:lpstr>Models: Transfer Learning – VGG16 Base</vt:lpstr>
      <vt:lpstr>Models: Transfer Learning – Custom VGG16 (finetuned)</vt:lpstr>
      <vt:lpstr>Models: Transfer Learning – MobileNetV2</vt:lpstr>
      <vt:lpstr>Models: Embedding Based – FaceNet (Google)</vt:lpstr>
      <vt:lpstr>FaceNet Confusion Matrix</vt:lpstr>
      <vt:lpstr>Models: Embedding Based – ArcFace</vt:lpstr>
      <vt:lpstr>ArcFace Confusion Matrix</vt:lpstr>
      <vt:lpstr>Evaluation - Classification</vt:lpstr>
      <vt:lpstr>Evaluation - Classification - Comparison</vt:lpstr>
      <vt:lpstr>Evaluation – Validation 1:1</vt:lpstr>
      <vt:lpstr>Evaluation – Validation 1:1 – Comparison</vt:lpstr>
      <vt:lpstr>Does Data Augmentation matter?</vt:lpstr>
      <vt:lpstr>Conclusions</vt:lpstr>
      <vt:lpstr>Conclusion 2</vt:lpstr>
      <vt:lpstr>Target to Devices (phone and laptop image)</vt:lpstr>
      <vt:lpstr>Demo – Log in with Face Recognition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Cervan Canton Alvaro W.MSCIDS_F24.2301</dc:creator>
  <cp:lastModifiedBy>Cervan Canton Alvaro W.MSCIDS_F24.2301</cp:lastModifiedBy>
  <cp:revision>1</cp:revision>
  <dcterms:created xsi:type="dcterms:W3CDTF">2025-06-24T16:13:53Z</dcterms:created>
  <dcterms:modified xsi:type="dcterms:W3CDTF">2025-07-01T13:09:00Z</dcterms:modified>
</cp:coreProperties>
</file>