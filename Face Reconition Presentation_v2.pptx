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32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694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65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010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6/24/2025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121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6/24/2025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4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6/24/2025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60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037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276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116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486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192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1BA7680-B1FB-4B6B-2155-45DD5D6C4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robot with human face">
            <a:extLst>
              <a:ext uri="{FF2B5EF4-FFF2-40B4-BE49-F238E27FC236}">
                <a16:creationId xmlns:a16="http://schemas.microsoft.com/office/drawing/2014/main" id="{18BEAACE-C5F7-CA14-A624-4E0ADC6CB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332383"/>
            <a:ext cx="12192000" cy="452561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F84BDC-B424-DC49-CB16-C4675039F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5331" y="4092167"/>
            <a:ext cx="7985340" cy="2313023"/>
          </a:xfrm>
          <a:noFill/>
          <a:effectLst>
            <a:softEdge rad="1079500"/>
          </a:effectLst>
        </p:spPr>
        <p:txBody>
          <a:bodyPr>
            <a:normAutofit fontScale="90000"/>
          </a:bodyPr>
          <a:lstStyle/>
          <a:p>
            <a:pPr lvl="0" algn="l">
              <a:lnSpc>
                <a:spcPct val="120000"/>
              </a:lnSpc>
              <a:spcBef>
                <a:spcPts val="1000"/>
              </a:spcBef>
            </a:pPr>
            <a:r>
              <a:rPr lang="es-ES" sz="5100" dirty="0" err="1"/>
              <a:t>Face</a:t>
            </a:r>
            <a:r>
              <a:rPr lang="es-ES" sz="5100" dirty="0"/>
              <a:t> </a:t>
            </a:r>
            <a:r>
              <a:rPr lang="es-ES" sz="5100" dirty="0" err="1"/>
              <a:t>Reconition</a:t>
            </a:r>
            <a:r>
              <a:rPr lang="es-ES" sz="5100" dirty="0"/>
              <a:t> </a:t>
            </a:r>
            <a:r>
              <a:rPr lang="es-ES" sz="5100" dirty="0" err="1"/>
              <a:t>for</a:t>
            </a:r>
            <a:br>
              <a:rPr lang="es-ES" sz="5100" dirty="0"/>
            </a:br>
            <a:r>
              <a:rPr lang="es-ES" sz="5100" dirty="0" err="1"/>
              <a:t>Limited</a:t>
            </a:r>
            <a:r>
              <a:rPr lang="es-ES" sz="5100" dirty="0"/>
              <a:t> </a:t>
            </a:r>
            <a:r>
              <a:rPr lang="es-ES" sz="5100" dirty="0" err="1"/>
              <a:t>Resources</a:t>
            </a:r>
            <a:r>
              <a:rPr lang="es-ES" sz="5100" dirty="0"/>
              <a:t> </a:t>
            </a:r>
            <a:r>
              <a:rPr lang="es-ES" sz="5100" dirty="0" err="1"/>
              <a:t>Devices</a:t>
            </a:r>
            <a:br>
              <a:rPr lang="es-ES" sz="5100" dirty="0"/>
            </a:br>
            <a:r>
              <a:rPr lang="es-ES" sz="1900" b="0" dirty="0">
                <a:ea typeface="+mn-ea"/>
                <a:cs typeface="+mn-cs"/>
              </a:rPr>
              <a:t>Computer </a:t>
            </a:r>
            <a:r>
              <a:rPr lang="es-ES" sz="1900" b="0" dirty="0" err="1">
                <a:ea typeface="+mn-ea"/>
                <a:cs typeface="+mn-cs"/>
              </a:rPr>
              <a:t>Vision</a:t>
            </a:r>
            <a:br>
              <a:rPr lang="es-ES" sz="1900" b="0" dirty="0">
                <a:ea typeface="+mn-ea"/>
                <a:cs typeface="+mn-cs"/>
              </a:rPr>
            </a:br>
            <a:r>
              <a:rPr lang="es-ES" sz="1400" b="0" dirty="0">
                <a:ea typeface="+mn-ea"/>
                <a:cs typeface="+mn-cs"/>
              </a:rPr>
              <a:t>By Alvaro Cervan Canton, </a:t>
            </a:r>
            <a:r>
              <a:rPr lang="en-US" sz="1400" b="0" dirty="0">
                <a:ea typeface="+mn-ea"/>
                <a:cs typeface="+mn-cs"/>
              </a:rPr>
              <a:t>Lucerne University of Applied Sciences and Arts, </a:t>
            </a:r>
            <a:r>
              <a:rPr lang="es-ES" sz="1400" b="0" dirty="0">
                <a:ea typeface="+mn-ea"/>
                <a:cs typeface="+mn-cs"/>
              </a:rPr>
              <a:t>2025</a:t>
            </a:r>
            <a:endParaRPr lang="es-ES" sz="5100" dirty="0"/>
          </a:p>
        </p:txBody>
      </p:sp>
    </p:spTree>
    <p:extLst>
      <p:ext uri="{BB962C8B-B14F-4D97-AF65-F5344CB8AC3E}">
        <p14:creationId xmlns:p14="http://schemas.microsoft.com/office/powerpoint/2010/main" val="41617964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E7A67-AA92-AD27-AE4C-0C879C430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Overview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857DB-92AA-BA18-8537-877C3B15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s-ES" dirty="0"/>
              <a:t>What is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Recognition</a:t>
            </a:r>
            <a:endParaRPr lang="es-ES" dirty="0"/>
          </a:p>
          <a:p>
            <a:r>
              <a:rPr lang="es-ES" dirty="0" err="1"/>
              <a:t>Objective</a:t>
            </a:r>
            <a:r>
              <a:rPr lang="es-ES" dirty="0"/>
              <a:t> &amp; </a:t>
            </a:r>
            <a:r>
              <a:rPr lang="es-ES" dirty="0" err="1"/>
              <a:t>Motivation</a:t>
            </a:r>
            <a:endParaRPr lang="es-ES" dirty="0"/>
          </a:p>
          <a:p>
            <a:r>
              <a:rPr lang="es-ES" dirty="0"/>
              <a:t>Data &amp; </a:t>
            </a:r>
            <a:r>
              <a:rPr lang="es-ES" dirty="0" err="1"/>
              <a:t>Preprocessing</a:t>
            </a:r>
            <a:endParaRPr lang="es-ES" dirty="0"/>
          </a:p>
          <a:p>
            <a:pPr lvl="1"/>
            <a:r>
              <a:rPr lang="es-ES" dirty="0"/>
              <a:t>The </a:t>
            </a:r>
            <a:r>
              <a:rPr lang="es-ES" dirty="0" err="1"/>
              <a:t>Dataset</a:t>
            </a:r>
            <a:endParaRPr lang="es-ES" dirty="0"/>
          </a:p>
          <a:p>
            <a:r>
              <a:rPr lang="es-ES" dirty="0" err="1"/>
              <a:t>Methodologies</a:t>
            </a:r>
            <a:r>
              <a:rPr lang="es-ES" dirty="0"/>
              <a:t> &amp; </a:t>
            </a:r>
            <a:r>
              <a:rPr lang="es-ES" dirty="0" err="1"/>
              <a:t>Models</a:t>
            </a:r>
            <a:endParaRPr lang="es-ES" dirty="0"/>
          </a:p>
          <a:p>
            <a:pPr lvl="1"/>
            <a:r>
              <a:rPr lang="es-ES" dirty="0" err="1"/>
              <a:t>Models</a:t>
            </a:r>
            <a:r>
              <a:rPr lang="es-ES" dirty="0"/>
              <a:t> </a:t>
            </a:r>
            <a:r>
              <a:rPr lang="es-ES" dirty="0" err="1"/>
              <a:t>Evaluated</a:t>
            </a:r>
            <a:r>
              <a:rPr lang="es-ES" dirty="0"/>
              <a:t>: An </a:t>
            </a:r>
            <a:r>
              <a:rPr lang="es-ES" dirty="0" err="1"/>
              <a:t>Overview</a:t>
            </a:r>
            <a:endParaRPr lang="es-ES" dirty="0"/>
          </a:p>
          <a:p>
            <a:pPr lvl="1"/>
            <a:r>
              <a:rPr lang="es-ES" dirty="0" err="1"/>
              <a:t>Classical</a:t>
            </a:r>
            <a:r>
              <a:rPr lang="es-ES" dirty="0"/>
              <a:t> </a:t>
            </a:r>
            <a:r>
              <a:rPr lang="es-ES" dirty="0" err="1"/>
              <a:t>Approaches</a:t>
            </a:r>
            <a:r>
              <a:rPr lang="es-ES" dirty="0"/>
              <a:t>: PCA &amp; LBP</a:t>
            </a:r>
          </a:p>
          <a:p>
            <a:pPr lvl="1"/>
            <a:r>
              <a:rPr lang="es-ES" dirty="0"/>
              <a:t>Transfer Learning: VGG16 &amp; MobileNetV2</a:t>
            </a:r>
          </a:p>
          <a:p>
            <a:pPr lvl="1"/>
            <a:r>
              <a:rPr lang="es-ES" dirty="0" err="1"/>
              <a:t>Embedding-Based</a:t>
            </a:r>
            <a:r>
              <a:rPr lang="es-ES" dirty="0"/>
              <a:t> </a:t>
            </a:r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FaceNet</a:t>
            </a:r>
            <a:r>
              <a:rPr lang="es-ES" dirty="0"/>
              <a:t> &amp; </a:t>
            </a:r>
            <a:r>
              <a:rPr lang="es-ES" dirty="0" err="1"/>
              <a:t>ArcFace</a:t>
            </a:r>
            <a:endParaRPr lang="es-ES" dirty="0"/>
          </a:p>
          <a:p>
            <a:r>
              <a:rPr lang="es-ES" dirty="0"/>
              <a:t>Performance </a:t>
            </a:r>
            <a:r>
              <a:rPr lang="es-ES" dirty="0" err="1"/>
              <a:t>Comparison</a:t>
            </a:r>
            <a:endParaRPr lang="es-ES" dirty="0"/>
          </a:p>
          <a:p>
            <a:r>
              <a:rPr lang="en-US" dirty="0"/>
              <a:t>The Impact of Data Augmentation</a:t>
            </a:r>
          </a:p>
          <a:p>
            <a:r>
              <a:rPr lang="es-ES" dirty="0" err="1"/>
              <a:t>Challenges</a:t>
            </a:r>
            <a:r>
              <a:rPr lang="es-ES" dirty="0"/>
              <a:t> &amp; </a:t>
            </a:r>
            <a:r>
              <a:rPr lang="es-ES" dirty="0" err="1"/>
              <a:t>Learnings</a:t>
            </a:r>
            <a:endParaRPr lang="es-ES" dirty="0"/>
          </a:p>
          <a:p>
            <a:r>
              <a:rPr lang="es-ES" dirty="0" err="1"/>
              <a:t>Conclusion</a:t>
            </a:r>
            <a:r>
              <a:rPr lang="es-ES" dirty="0"/>
              <a:t> &amp;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Takeaways</a:t>
            </a:r>
            <a:r>
              <a:rPr lang="es-ES" dirty="0"/>
              <a:t> </a:t>
            </a:r>
          </a:p>
          <a:p>
            <a:r>
              <a:rPr lang="es-ES" dirty="0"/>
              <a:t>Future Work </a:t>
            </a:r>
            <a:r>
              <a:rPr lang="es-ES"/>
              <a:t>/ Q</a:t>
            </a:r>
            <a:r>
              <a:rPr lang="es-ES" dirty="0"/>
              <a:t>&amp;A / </a:t>
            </a:r>
            <a:r>
              <a:rPr lang="es-ES" dirty="0" err="1"/>
              <a:t>Thank</a:t>
            </a:r>
            <a:r>
              <a:rPr lang="es-ES" dirty="0"/>
              <a:t> You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94510381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87</Words>
  <Application>Microsoft Office PowerPoint</Application>
  <PresentationFormat>Widescreen</PresentationFormat>
  <Paragraphs>16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Neue Haas Grotesk Text Pro</vt:lpstr>
      <vt:lpstr>VanillaVTI</vt:lpstr>
      <vt:lpstr>Face Reconition for Limited Resources Devices Computer Vision By Alvaro Cervan Canton, Lucerne University of Applied Sciences and Arts, 2025</vt:lpstr>
      <vt:lpstr>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Cervan Canton Alvaro W.MSCIDS_F24.2301</dc:creator>
  <cp:lastModifiedBy>Cervan Canton Alvaro W.MSCIDS_F24.2301</cp:lastModifiedBy>
  <cp:revision>1</cp:revision>
  <dcterms:created xsi:type="dcterms:W3CDTF">2025-06-24T16:13:53Z</dcterms:created>
  <dcterms:modified xsi:type="dcterms:W3CDTF">2025-06-24T17:11:58Z</dcterms:modified>
</cp:coreProperties>
</file>