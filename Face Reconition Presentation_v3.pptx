
<file path=[Content_Types].xml><?xml version="1.0" encoding="utf-8"?>
<Types xmlns="http://schemas.openxmlformats.org/package/2006/content-types">
  <Default Extension="jpeg" ContentType="image/jpeg"/>
  <Default Extension="jpg" ContentType="image/png"/>
  <Default Extension="mkv" ContentType="video/unknown"/>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51.jpg" ContentType="image/jpeg"/>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53.jpg" ContentType="image/jpeg"/>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82" r:id="rId3"/>
    <p:sldId id="258" r:id="rId4"/>
    <p:sldId id="259" r:id="rId5"/>
    <p:sldId id="260" r:id="rId6"/>
    <p:sldId id="261" r:id="rId7"/>
    <p:sldId id="262" r:id="rId8"/>
    <p:sldId id="263" r:id="rId9"/>
    <p:sldId id="264" r:id="rId10"/>
    <p:sldId id="270" r:id="rId11"/>
    <p:sldId id="265" r:id="rId12"/>
    <p:sldId id="266" r:id="rId13"/>
    <p:sldId id="271" r:id="rId14"/>
    <p:sldId id="267" r:id="rId15"/>
    <p:sldId id="272" r:id="rId16"/>
    <p:sldId id="273" r:id="rId17"/>
    <p:sldId id="274" r:id="rId18"/>
    <p:sldId id="269" r:id="rId19"/>
    <p:sldId id="275" r:id="rId20"/>
    <p:sldId id="277" r:id="rId21"/>
    <p:sldId id="278" r:id="rId22"/>
    <p:sldId id="276" r:id="rId23"/>
    <p:sldId id="279" r:id="rId24"/>
    <p:sldId id="281" r:id="rId25"/>
    <p:sldId id="280" r:id="rId2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F85C7E-B37F-4DA6-90D1-25BF065B9454}" v="44" dt="2025-07-04T12:11:30.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49" autoAdjust="0"/>
    <p:restoredTop sz="78058" autoAdjust="0"/>
  </p:normalViewPr>
  <p:slideViewPr>
    <p:cSldViewPr snapToGrid="0">
      <p:cViewPr varScale="1">
        <p:scale>
          <a:sx n="87" d="100"/>
          <a:sy n="87" d="100"/>
        </p:scale>
        <p:origin x="123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rvan Canton Alvaro W.MSCIDS_F24.2301" userId="09644743-1044-4338-95c6-f7c68461d1d3" providerId="ADAL" clId="{BAF85C7E-B37F-4DA6-90D1-25BF065B9454}"/>
    <pc:docChg chg="undo custSel addSld modSld">
      <pc:chgData name="Cervan Canton Alvaro W.MSCIDS_F24.2301" userId="09644743-1044-4338-95c6-f7c68461d1d3" providerId="ADAL" clId="{BAF85C7E-B37F-4DA6-90D1-25BF065B9454}" dt="2025-07-04T12:24:44.802" v="348" actId="20577"/>
      <pc:docMkLst>
        <pc:docMk/>
      </pc:docMkLst>
      <pc:sldChg chg="modNotesTx">
        <pc:chgData name="Cervan Canton Alvaro W.MSCIDS_F24.2301" userId="09644743-1044-4338-95c6-f7c68461d1d3" providerId="ADAL" clId="{BAF85C7E-B37F-4DA6-90D1-25BF065B9454}" dt="2025-07-03T23:39:09.441" v="271" actId="20577"/>
        <pc:sldMkLst>
          <pc:docMk/>
          <pc:sldMk cId="472454260" sldId="258"/>
        </pc:sldMkLst>
      </pc:sldChg>
      <pc:sldChg chg="modSp modNotesTx">
        <pc:chgData name="Cervan Canton Alvaro W.MSCIDS_F24.2301" userId="09644743-1044-4338-95c6-f7c68461d1d3" providerId="ADAL" clId="{BAF85C7E-B37F-4DA6-90D1-25BF065B9454}" dt="2025-07-04T12:09:00.997" v="301" actId="20577"/>
        <pc:sldMkLst>
          <pc:docMk/>
          <pc:sldMk cId="1119096577" sldId="259"/>
        </pc:sldMkLst>
        <pc:graphicFrameChg chg="mod">
          <ac:chgData name="Cervan Canton Alvaro W.MSCIDS_F24.2301" userId="09644743-1044-4338-95c6-f7c68461d1d3" providerId="ADAL" clId="{BAF85C7E-B37F-4DA6-90D1-25BF065B9454}" dt="2025-07-04T12:09:00.997" v="301" actId="20577"/>
          <ac:graphicFrameMkLst>
            <pc:docMk/>
            <pc:sldMk cId="1119096577" sldId="259"/>
            <ac:graphicFrameMk id="5" creationId="{E7B05B59-D0E0-3574-DE19-635007A5514C}"/>
          </ac:graphicFrameMkLst>
        </pc:graphicFrameChg>
      </pc:sldChg>
      <pc:sldChg chg="modSp mod">
        <pc:chgData name="Cervan Canton Alvaro W.MSCIDS_F24.2301" userId="09644743-1044-4338-95c6-f7c68461d1d3" providerId="ADAL" clId="{BAF85C7E-B37F-4DA6-90D1-25BF065B9454}" dt="2025-07-04T12:10:57.142" v="304" actId="20577"/>
        <pc:sldMkLst>
          <pc:docMk/>
          <pc:sldMk cId="1625124294" sldId="260"/>
        </pc:sldMkLst>
        <pc:spChg chg="mod">
          <ac:chgData name="Cervan Canton Alvaro W.MSCIDS_F24.2301" userId="09644743-1044-4338-95c6-f7c68461d1d3" providerId="ADAL" clId="{BAF85C7E-B37F-4DA6-90D1-25BF065B9454}" dt="2025-07-04T12:10:57.142" v="304" actId="20577"/>
          <ac:spMkLst>
            <pc:docMk/>
            <pc:sldMk cId="1625124294" sldId="260"/>
            <ac:spMk id="4" creationId="{BD029C9D-BD38-07FC-9050-8BEFA4DC9291}"/>
          </ac:spMkLst>
        </pc:spChg>
      </pc:sldChg>
      <pc:sldChg chg="modSp">
        <pc:chgData name="Cervan Canton Alvaro W.MSCIDS_F24.2301" userId="09644743-1044-4338-95c6-f7c68461d1d3" providerId="ADAL" clId="{BAF85C7E-B37F-4DA6-90D1-25BF065B9454}" dt="2025-07-04T12:11:30.194" v="315" actId="20577"/>
        <pc:sldMkLst>
          <pc:docMk/>
          <pc:sldMk cId="1435071399" sldId="261"/>
        </pc:sldMkLst>
        <pc:graphicFrameChg chg="mod">
          <ac:chgData name="Cervan Canton Alvaro W.MSCIDS_F24.2301" userId="09644743-1044-4338-95c6-f7c68461d1d3" providerId="ADAL" clId="{BAF85C7E-B37F-4DA6-90D1-25BF065B9454}" dt="2025-07-04T12:11:30.194" v="315" actId="20577"/>
          <ac:graphicFrameMkLst>
            <pc:docMk/>
            <pc:sldMk cId="1435071399" sldId="261"/>
            <ac:graphicFrameMk id="8" creationId="{F2EDDB90-0792-1754-2C83-E79750FB4841}"/>
          </ac:graphicFrameMkLst>
        </pc:graphicFrameChg>
      </pc:sldChg>
      <pc:sldChg chg="modSp mod">
        <pc:chgData name="Cervan Canton Alvaro W.MSCIDS_F24.2301" userId="09644743-1044-4338-95c6-f7c68461d1d3" providerId="ADAL" clId="{BAF85C7E-B37F-4DA6-90D1-25BF065B9454}" dt="2025-07-04T12:14:26.535" v="325" actId="20577"/>
        <pc:sldMkLst>
          <pc:docMk/>
          <pc:sldMk cId="384888380" sldId="263"/>
        </pc:sldMkLst>
        <pc:spChg chg="mod">
          <ac:chgData name="Cervan Canton Alvaro W.MSCIDS_F24.2301" userId="09644743-1044-4338-95c6-f7c68461d1d3" providerId="ADAL" clId="{BAF85C7E-B37F-4DA6-90D1-25BF065B9454}" dt="2025-07-04T12:14:26.535" v="325" actId="20577"/>
          <ac:spMkLst>
            <pc:docMk/>
            <pc:sldMk cId="384888380" sldId="263"/>
            <ac:spMk id="3" creationId="{E60DA390-2E8B-082C-7D4C-CC5FE49679EE}"/>
          </ac:spMkLst>
        </pc:spChg>
      </pc:sldChg>
      <pc:sldChg chg="modSp mod">
        <pc:chgData name="Cervan Canton Alvaro W.MSCIDS_F24.2301" userId="09644743-1044-4338-95c6-f7c68461d1d3" providerId="ADAL" clId="{BAF85C7E-B37F-4DA6-90D1-25BF065B9454}" dt="2025-07-04T12:15:51.259" v="338" actId="20577"/>
        <pc:sldMkLst>
          <pc:docMk/>
          <pc:sldMk cId="2318978003" sldId="264"/>
        </pc:sldMkLst>
        <pc:spChg chg="mod">
          <ac:chgData name="Cervan Canton Alvaro W.MSCIDS_F24.2301" userId="09644743-1044-4338-95c6-f7c68461d1d3" providerId="ADAL" clId="{BAF85C7E-B37F-4DA6-90D1-25BF065B9454}" dt="2025-07-04T12:15:51.259" v="338" actId="20577"/>
          <ac:spMkLst>
            <pc:docMk/>
            <pc:sldMk cId="2318978003" sldId="264"/>
            <ac:spMk id="3" creationId="{E60DA390-2E8B-082C-7D4C-CC5FE49679EE}"/>
          </ac:spMkLst>
        </pc:spChg>
      </pc:sldChg>
      <pc:sldChg chg="modSp mod">
        <pc:chgData name="Cervan Canton Alvaro W.MSCIDS_F24.2301" userId="09644743-1044-4338-95c6-f7c68461d1d3" providerId="ADAL" clId="{BAF85C7E-B37F-4DA6-90D1-25BF065B9454}" dt="2025-07-04T12:18:57.543" v="339" actId="20577"/>
        <pc:sldMkLst>
          <pc:docMk/>
          <pc:sldMk cId="631473613" sldId="266"/>
        </pc:sldMkLst>
        <pc:spChg chg="mod">
          <ac:chgData name="Cervan Canton Alvaro W.MSCIDS_F24.2301" userId="09644743-1044-4338-95c6-f7c68461d1d3" providerId="ADAL" clId="{BAF85C7E-B37F-4DA6-90D1-25BF065B9454}" dt="2025-07-04T12:18:57.543" v="339" actId="20577"/>
          <ac:spMkLst>
            <pc:docMk/>
            <pc:sldMk cId="631473613" sldId="266"/>
            <ac:spMk id="3" creationId="{E60DA390-2E8B-082C-7D4C-CC5FE49679EE}"/>
          </ac:spMkLst>
        </pc:spChg>
      </pc:sldChg>
      <pc:sldChg chg="modSp mod">
        <pc:chgData name="Cervan Canton Alvaro W.MSCIDS_F24.2301" userId="09644743-1044-4338-95c6-f7c68461d1d3" providerId="ADAL" clId="{BAF85C7E-B37F-4DA6-90D1-25BF065B9454}" dt="2025-07-03T23:38:00.344" v="267" actId="27636"/>
        <pc:sldMkLst>
          <pc:docMk/>
          <pc:sldMk cId="984394870" sldId="267"/>
        </pc:sldMkLst>
        <pc:spChg chg="mod">
          <ac:chgData name="Cervan Canton Alvaro W.MSCIDS_F24.2301" userId="09644743-1044-4338-95c6-f7c68461d1d3" providerId="ADAL" clId="{BAF85C7E-B37F-4DA6-90D1-25BF065B9454}" dt="2025-07-03T23:38:00.344" v="267" actId="27636"/>
          <ac:spMkLst>
            <pc:docMk/>
            <pc:sldMk cId="984394870" sldId="267"/>
            <ac:spMk id="7" creationId="{82D8A6E4-C9C6-C0B1-2768-8C28618F9D1E}"/>
          </ac:spMkLst>
        </pc:spChg>
      </pc:sldChg>
      <pc:sldChg chg="modSp mod">
        <pc:chgData name="Cervan Canton Alvaro W.MSCIDS_F24.2301" userId="09644743-1044-4338-95c6-f7c68461d1d3" providerId="ADAL" clId="{BAF85C7E-B37F-4DA6-90D1-25BF065B9454}" dt="2025-07-03T21:38:38.152" v="231" actId="113"/>
        <pc:sldMkLst>
          <pc:docMk/>
          <pc:sldMk cId="2810167478" sldId="276"/>
        </pc:sldMkLst>
        <pc:spChg chg="mod">
          <ac:chgData name="Cervan Canton Alvaro W.MSCIDS_F24.2301" userId="09644743-1044-4338-95c6-f7c68461d1d3" providerId="ADAL" clId="{BAF85C7E-B37F-4DA6-90D1-25BF065B9454}" dt="2025-07-03T21:38:38.152" v="231" actId="113"/>
          <ac:spMkLst>
            <pc:docMk/>
            <pc:sldMk cId="2810167478" sldId="276"/>
            <ac:spMk id="3" creationId="{D3A9411C-6CFE-1F25-BCCC-DB1A9C091B9B}"/>
          </ac:spMkLst>
        </pc:spChg>
      </pc:sldChg>
      <pc:sldChg chg="modSp mod">
        <pc:chgData name="Cervan Canton Alvaro W.MSCIDS_F24.2301" userId="09644743-1044-4338-95c6-f7c68461d1d3" providerId="ADAL" clId="{BAF85C7E-B37F-4DA6-90D1-25BF065B9454}" dt="2025-07-04T12:24:44.802" v="348" actId="20577"/>
        <pc:sldMkLst>
          <pc:docMk/>
          <pc:sldMk cId="2890042335" sldId="279"/>
        </pc:sldMkLst>
        <pc:spChg chg="mod">
          <ac:chgData name="Cervan Canton Alvaro W.MSCIDS_F24.2301" userId="09644743-1044-4338-95c6-f7c68461d1d3" providerId="ADAL" clId="{BAF85C7E-B37F-4DA6-90D1-25BF065B9454}" dt="2025-07-04T12:24:44.802" v="348" actId="20577"/>
          <ac:spMkLst>
            <pc:docMk/>
            <pc:sldMk cId="2890042335" sldId="279"/>
            <ac:spMk id="3" creationId="{73762168-7D3F-1013-0D40-C81B7C1DF73D}"/>
          </ac:spMkLst>
        </pc:spChg>
      </pc:sldChg>
      <pc:sldChg chg="modSp new mod">
        <pc:chgData name="Cervan Canton Alvaro W.MSCIDS_F24.2301" userId="09644743-1044-4338-95c6-f7c68461d1d3" providerId="ADAL" clId="{BAF85C7E-B37F-4DA6-90D1-25BF065B9454}" dt="2025-07-03T21:35:23.867" v="219" actId="20577"/>
        <pc:sldMkLst>
          <pc:docMk/>
          <pc:sldMk cId="1274193272" sldId="282"/>
        </pc:sldMkLst>
        <pc:spChg chg="mod">
          <ac:chgData name="Cervan Canton Alvaro W.MSCIDS_F24.2301" userId="09644743-1044-4338-95c6-f7c68461d1d3" providerId="ADAL" clId="{BAF85C7E-B37F-4DA6-90D1-25BF065B9454}" dt="2025-07-03T21:10:58.803" v="7" actId="20577"/>
          <ac:spMkLst>
            <pc:docMk/>
            <pc:sldMk cId="1274193272" sldId="282"/>
            <ac:spMk id="2" creationId="{5263775A-C110-A63C-93AD-B99C7848A4CE}"/>
          </ac:spMkLst>
        </pc:spChg>
        <pc:spChg chg="mod">
          <ac:chgData name="Cervan Canton Alvaro W.MSCIDS_F24.2301" userId="09644743-1044-4338-95c6-f7c68461d1d3" providerId="ADAL" clId="{BAF85C7E-B37F-4DA6-90D1-25BF065B9454}" dt="2025-07-03T21:35:23.867" v="219" actId="20577"/>
          <ac:spMkLst>
            <pc:docMk/>
            <pc:sldMk cId="1274193272" sldId="282"/>
            <ac:spMk id="3" creationId="{606E7247-E421-8506-0F65-3045771A4B29}"/>
          </ac:spMkLst>
        </pc:spChg>
      </pc:sldChg>
    </pc:docChg>
  </pc:docChgLst>
  <pc:docChgLst>
    <pc:chgData name="Cervan Canton Alvaro W.MSCIDS_F24.2301" userId="09644743-1044-4338-95c6-f7c68461d1d3" providerId="ADAL" clId="{47809704-D555-43E9-8763-C18ABFFD866A}"/>
    <pc:docChg chg="undo redo custSel addSld delSld modSld">
      <pc:chgData name="Cervan Canton Alvaro W.MSCIDS_F24.2301" userId="09644743-1044-4338-95c6-f7c68461d1d3" providerId="ADAL" clId="{47809704-D555-43E9-8763-C18ABFFD866A}" dt="2025-07-01T13:08:55.606" v="6133" actId="113"/>
      <pc:docMkLst>
        <pc:docMk/>
      </pc:docMkLst>
      <pc:sldChg chg="del">
        <pc:chgData name="Cervan Canton Alvaro W.MSCIDS_F24.2301" userId="09644743-1044-4338-95c6-f7c68461d1d3" providerId="ADAL" clId="{47809704-D555-43E9-8763-C18ABFFD866A}" dt="2025-07-01T12:42:18.009" v="5926" actId="47"/>
        <pc:sldMkLst>
          <pc:docMk/>
          <pc:sldMk cId="1294510381" sldId="257"/>
        </pc:sldMkLst>
      </pc:sldChg>
      <pc:sldChg chg="modSp new mod">
        <pc:chgData name="Cervan Canton Alvaro W.MSCIDS_F24.2301" userId="09644743-1044-4338-95c6-f7c68461d1d3" providerId="ADAL" clId="{47809704-D555-43E9-8763-C18ABFFD866A}" dt="2025-07-01T12:58:14.002" v="6092" actId="20577"/>
        <pc:sldMkLst>
          <pc:docMk/>
          <pc:sldMk cId="472454260" sldId="258"/>
        </pc:sldMkLst>
        <pc:spChg chg="mod">
          <ac:chgData name="Cervan Canton Alvaro W.MSCIDS_F24.2301" userId="09644743-1044-4338-95c6-f7c68461d1d3" providerId="ADAL" clId="{47809704-D555-43E9-8763-C18ABFFD866A}" dt="2025-06-27T23:48:30.403" v="1"/>
          <ac:spMkLst>
            <pc:docMk/>
            <pc:sldMk cId="472454260" sldId="258"/>
            <ac:spMk id="2" creationId="{B2DC29F1-C255-9350-4B4B-4E3B2FD0F7CD}"/>
          </ac:spMkLst>
        </pc:spChg>
        <pc:spChg chg="mod">
          <ac:chgData name="Cervan Canton Alvaro W.MSCIDS_F24.2301" userId="09644743-1044-4338-95c6-f7c68461d1d3" providerId="ADAL" clId="{47809704-D555-43E9-8763-C18ABFFD866A}" dt="2025-07-01T12:58:14.002" v="6092" actId="20577"/>
          <ac:spMkLst>
            <pc:docMk/>
            <pc:sldMk cId="472454260" sldId="258"/>
            <ac:spMk id="3" creationId="{629E353E-726F-2B63-E6D9-F0A5CADFF231}"/>
          </ac:spMkLst>
        </pc:spChg>
      </pc:sldChg>
      <pc:sldChg chg="modSp new mod modNotesTx">
        <pc:chgData name="Cervan Canton Alvaro W.MSCIDS_F24.2301" userId="09644743-1044-4338-95c6-f7c68461d1d3" providerId="ADAL" clId="{47809704-D555-43E9-8763-C18ABFFD866A}" dt="2025-07-01T12:59:34.425" v="6123" actId="20577"/>
        <pc:sldMkLst>
          <pc:docMk/>
          <pc:sldMk cId="1119096577" sldId="259"/>
        </pc:sldMkLst>
        <pc:spChg chg="mod">
          <ac:chgData name="Cervan Canton Alvaro W.MSCIDS_F24.2301" userId="09644743-1044-4338-95c6-f7c68461d1d3" providerId="ADAL" clId="{47809704-D555-43E9-8763-C18ABFFD866A}" dt="2025-06-27T23:54:53.972" v="158" actId="20577"/>
          <ac:spMkLst>
            <pc:docMk/>
            <pc:sldMk cId="1119096577" sldId="259"/>
            <ac:spMk id="2" creationId="{3EEA2A6A-7218-6D05-9E39-DAF42C2CBF0E}"/>
          </ac:spMkLst>
        </pc:spChg>
        <pc:spChg chg="mod">
          <ac:chgData name="Cervan Canton Alvaro W.MSCIDS_F24.2301" userId="09644743-1044-4338-95c6-f7c68461d1d3" providerId="ADAL" clId="{47809704-D555-43E9-8763-C18ABFFD866A}" dt="2025-07-01T12:58:44.195" v="6116" actId="20577"/>
          <ac:spMkLst>
            <pc:docMk/>
            <pc:sldMk cId="1119096577" sldId="259"/>
            <ac:spMk id="3" creationId="{8FAD9094-2680-17EB-C71A-AC4ABAEC2E6E}"/>
          </ac:spMkLst>
        </pc:spChg>
      </pc:sldChg>
      <pc:sldChg chg="addSp modSp new mod modShow">
        <pc:chgData name="Cervan Canton Alvaro W.MSCIDS_F24.2301" userId="09644743-1044-4338-95c6-f7c68461d1d3" providerId="ADAL" clId="{47809704-D555-43E9-8763-C18ABFFD866A}" dt="2025-07-01T13:08:16.479" v="6129" actId="20577"/>
        <pc:sldMkLst>
          <pc:docMk/>
          <pc:sldMk cId="1625124294" sldId="260"/>
        </pc:sldMkLst>
        <pc:spChg chg="mod">
          <ac:chgData name="Cervan Canton Alvaro W.MSCIDS_F24.2301" userId="09644743-1044-4338-95c6-f7c68461d1d3" providerId="ADAL" clId="{47809704-D555-43E9-8763-C18ABFFD866A}" dt="2025-06-28T00:16:49.823" v="1259" actId="20577"/>
          <ac:spMkLst>
            <pc:docMk/>
            <pc:sldMk cId="1625124294" sldId="260"/>
            <ac:spMk id="2" creationId="{0B08014F-0FFD-174B-D16F-11B42F948C3A}"/>
          </ac:spMkLst>
        </pc:spChg>
        <pc:spChg chg="mod">
          <ac:chgData name="Cervan Canton Alvaro W.MSCIDS_F24.2301" userId="09644743-1044-4338-95c6-f7c68461d1d3" providerId="ADAL" clId="{47809704-D555-43E9-8763-C18ABFFD866A}" dt="2025-07-01T13:08:16.479" v="6129" actId="20577"/>
          <ac:spMkLst>
            <pc:docMk/>
            <pc:sldMk cId="1625124294" sldId="260"/>
            <ac:spMk id="3" creationId="{FFFE5850-A05B-3B23-F736-BB3CE7697F40}"/>
          </ac:spMkLst>
        </pc:spChg>
        <pc:spChg chg="add mod">
          <ac:chgData name="Cervan Canton Alvaro W.MSCIDS_F24.2301" userId="09644743-1044-4338-95c6-f7c68461d1d3" providerId="ADAL" clId="{47809704-D555-43E9-8763-C18ABFFD866A}" dt="2025-06-28T00:17:39.580" v="1260" actId="403"/>
          <ac:spMkLst>
            <pc:docMk/>
            <pc:sldMk cId="1625124294" sldId="260"/>
            <ac:spMk id="4" creationId="{BD029C9D-BD38-07FC-9050-8BEFA4DC9291}"/>
          </ac:spMkLst>
        </pc:spChg>
      </pc:sldChg>
      <pc:sldChg chg="addSp delSp modSp new mod">
        <pc:chgData name="Cervan Canton Alvaro W.MSCIDS_F24.2301" userId="09644743-1044-4338-95c6-f7c68461d1d3" providerId="ADAL" clId="{47809704-D555-43E9-8763-C18ABFFD866A}" dt="2025-07-01T13:08:55.606" v="6133" actId="113"/>
        <pc:sldMkLst>
          <pc:docMk/>
          <pc:sldMk cId="1435071399" sldId="261"/>
        </pc:sldMkLst>
        <pc:spChg chg="mod">
          <ac:chgData name="Cervan Canton Alvaro W.MSCIDS_F24.2301" userId="09644743-1044-4338-95c6-f7c68461d1d3" providerId="ADAL" clId="{47809704-D555-43E9-8763-C18ABFFD866A}" dt="2025-06-28T00:01:04.132" v="563" actId="20577"/>
          <ac:spMkLst>
            <pc:docMk/>
            <pc:sldMk cId="1435071399" sldId="261"/>
            <ac:spMk id="2" creationId="{DB1BA345-6744-3FE7-3680-97566F1F098F}"/>
          </ac:spMkLst>
        </pc:spChg>
        <pc:spChg chg="add del mod">
          <ac:chgData name="Cervan Canton Alvaro W.MSCIDS_F24.2301" userId="09644743-1044-4338-95c6-f7c68461d1d3" providerId="ADAL" clId="{47809704-D555-43E9-8763-C18ABFFD866A}" dt="2025-07-01T13:08:55.606" v="6133" actId="113"/>
          <ac:spMkLst>
            <pc:docMk/>
            <pc:sldMk cId="1435071399" sldId="261"/>
            <ac:spMk id="3" creationId="{9F5F05AC-DA74-8CF0-9B54-052F1E831274}"/>
          </ac:spMkLst>
        </pc:spChg>
        <pc:spChg chg="add mod">
          <ac:chgData name="Cervan Canton Alvaro W.MSCIDS_F24.2301" userId="09644743-1044-4338-95c6-f7c68461d1d3" providerId="ADAL" clId="{47809704-D555-43E9-8763-C18ABFFD866A}" dt="2025-06-28T00:01:11.654" v="569"/>
          <ac:spMkLst>
            <pc:docMk/>
            <pc:sldMk cId="1435071399" sldId="261"/>
            <ac:spMk id="4" creationId="{6D3F985E-C954-2912-8A69-15E8309BFD72}"/>
          </ac:spMkLst>
        </pc:spChg>
        <pc:spChg chg="add del mod">
          <ac:chgData name="Cervan Canton Alvaro W.MSCIDS_F24.2301" userId="09644743-1044-4338-95c6-f7c68461d1d3" providerId="ADAL" clId="{47809704-D555-43E9-8763-C18ABFFD866A}" dt="2025-06-28T00:08:24.023" v="926" actId="478"/>
          <ac:spMkLst>
            <pc:docMk/>
            <pc:sldMk cId="1435071399" sldId="261"/>
            <ac:spMk id="5" creationId="{020517F5-A2FC-E2FD-F559-B52A0956D0B0}"/>
          </ac:spMkLst>
        </pc:spChg>
        <pc:spChg chg="add mod">
          <ac:chgData name="Cervan Canton Alvaro W.MSCIDS_F24.2301" userId="09644743-1044-4338-95c6-f7c68461d1d3" providerId="ADAL" clId="{47809704-D555-43E9-8763-C18ABFFD866A}" dt="2025-06-28T00:08:10.398" v="924"/>
          <ac:spMkLst>
            <pc:docMk/>
            <pc:sldMk cId="1435071399" sldId="261"/>
            <ac:spMk id="6" creationId="{DD5DA72E-A268-B99E-8040-C1BD30373C7C}"/>
          </ac:spMkLst>
        </pc:spChg>
        <pc:spChg chg="add del">
          <ac:chgData name="Cervan Canton Alvaro W.MSCIDS_F24.2301" userId="09644743-1044-4338-95c6-f7c68461d1d3" providerId="ADAL" clId="{47809704-D555-43E9-8763-C18ABFFD866A}" dt="2025-06-28T00:09:24.259" v="940" actId="478"/>
          <ac:spMkLst>
            <pc:docMk/>
            <pc:sldMk cId="1435071399" sldId="261"/>
            <ac:spMk id="7" creationId="{14E9E968-C6FB-0125-3009-A62324C1BF6A}"/>
          </ac:spMkLst>
        </pc:spChg>
      </pc:sldChg>
      <pc:sldChg chg="addSp delSp modSp new mod setBg">
        <pc:chgData name="Cervan Canton Alvaro W.MSCIDS_F24.2301" userId="09644743-1044-4338-95c6-f7c68461d1d3" providerId="ADAL" clId="{47809704-D555-43E9-8763-C18ABFFD866A}" dt="2025-06-28T22:20:18.516" v="1530" actId="403"/>
        <pc:sldMkLst>
          <pc:docMk/>
          <pc:sldMk cId="3056003020" sldId="262"/>
        </pc:sldMkLst>
        <pc:spChg chg="mod">
          <ac:chgData name="Cervan Canton Alvaro W.MSCIDS_F24.2301" userId="09644743-1044-4338-95c6-f7c68461d1d3" providerId="ADAL" clId="{47809704-D555-43E9-8763-C18ABFFD866A}" dt="2025-06-28T17:58:33.559" v="1348" actId="26606"/>
          <ac:spMkLst>
            <pc:docMk/>
            <pc:sldMk cId="3056003020" sldId="262"/>
            <ac:spMk id="2" creationId="{ABAA091E-A79B-A64F-5B66-50BDC9382FAC}"/>
          </ac:spMkLst>
        </pc:spChg>
        <pc:spChg chg="add del mod">
          <ac:chgData name="Cervan Canton Alvaro W.MSCIDS_F24.2301" userId="09644743-1044-4338-95c6-f7c68461d1d3" providerId="ADAL" clId="{47809704-D555-43E9-8763-C18ABFFD866A}" dt="2025-06-28T22:20:18.516" v="1530" actId="403"/>
          <ac:spMkLst>
            <pc:docMk/>
            <pc:sldMk cId="3056003020" sldId="262"/>
            <ac:spMk id="3" creationId="{E60DA390-2E8B-082C-7D4C-CC5FE49679EE}"/>
          </ac:spMkLst>
        </pc:spChg>
        <pc:spChg chg="add mod">
          <ac:chgData name="Cervan Canton Alvaro W.MSCIDS_F24.2301" userId="09644743-1044-4338-95c6-f7c68461d1d3" providerId="ADAL" clId="{47809704-D555-43E9-8763-C18ABFFD866A}" dt="2025-06-28T17:53:07.681" v="1270"/>
          <ac:spMkLst>
            <pc:docMk/>
            <pc:sldMk cId="3056003020" sldId="262"/>
            <ac:spMk id="4" creationId="{4537C35A-A04D-8A6C-2DC2-0EFF16BD9E46}"/>
          </ac:spMkLst>
        </pc:spChg>
        <pc:spChg chg="add del">
          <ac:chgData name="Cervan Canton Alvaro W.MSCIDS_F24.2301" userId="09644743-1044-4338-95c6-f7c68461d1d3" providerId="ADAL" clId="{47809704-D555-43E9-8763-C18ABFFD866A}" dt="2025-06-28T17:58:33.559" v="1348" actId="26606"/>
          <ac:spMkLst>
            <pc:docMk/>
            <pc:sldMk cId="3056003020" sldId="262"/>
            <ac:spMk id="11" creationId="{C20CE451-818C-E63D-258B-234B6C543D34}"/>
          </ac:spMkLst>
        </pc:spChg>
        <pc:picChg chg="add del mod">
          <ac:chgData name="Cervan Canton Alvaro W.MSCIDS_F24.2301" userId="09644743-1044-4338-95c6-f7c68461d1d3" providerId="ADAL" clId="{47809704-D555-43E9-8763-C18ABFFD866A}" dt="2025-06-28T17:58:54.230" v="1349" actId="478"/>
          <ac:picMkLst>
            <pc:docMk/>
            <pc:sldMk cId="3056003020" sldId="262"/>
            <ac:picMk id="6" creationId="{9D46319F-76F3-1FD2-A83F-876A310167F0}"/>
          </ac:picMkLst>
        </pc:picChg>
        <pc:picChg chg="add mod">
          <ac:chgData name="Cervan Canton Alvaro W.MSCIDS_F24.2301" userId="09644743-1044-4338-95c6-f7c68461d1d3" providerId="ADAL" clId="{47809704-D555-43E9-8763-C18ABFFD866A}" dt="2025-06-28T18:00:20.145" v="1402" actId="29295"/>
          <ac:picMkLst>
            <pc:docMk/>
            <pc:sldMk cId="3056003020" sldId="262"/>
            <ac:picMk id="8" creationId="{19EFF18C-9660-9BDE-5281-E9BE5B9CEF6B}"/>
          </ac:picMkLst>
        </pc:picChg>
      </pc:sldChg>
      <pc:sldChg chg="addSp delSp modSp add mod setBg">
        <pc:chgData name="Cervan Canton Alvaro W.MSCIDS_F24.2301" userId="09644743-1044-4338-95c6-f7c68461d1d3" providerId="ADAL" clId="{47809704-D555-43E9-8763-C18ABFFD866A}" dt="2025-06-28T21:43:02.844" v="1527" actId="14100"/>
        <pc:sldMkLst>
          <pc:docMk/>
          <pc:sldMk cId="384888380" sldId="263"/>
        </pc:sldMkLst>
        <pc:spChg chg="mod">
          <ac:chgData name="Cervan Canton Alvaro W.MSCIDS_F24.2301" userId="09644743-1044-4338-95c6-f7c68461d1d3" providerId="ADAL" clId="{47809704-D555-43E9-8763-C18ABFFD866A}" dt="2025-06-28T21:40:28.951" v="1472" actId="26606"/>
          <ac:spMkLst>
            <pc:docMk/>
            <pc:sldMk cId="384888380" sldId="263"/>
            <ac:spMk id="2" creationId="{ABAA091E-A79B-A64F-5B66-50BDC9382FAC}"/>
          </ac:spMkLst>
        </pc:spChg>
        <pc:spChg chg="mod">
          <ac:chgData name="Cervan Canton Alvaro W.MSCIDS_F24.2301" userId="09644743-1044-4338-95c6-f7c68461d1d3" providerId="ADAL" clId="{47809704-D555-43E9-8763-C18ABFFD866A}" dt="2025-06-28T21:42:02.959" v="1515" actId="20577"/>
          <ac:spMkLst>
            <pc:docMk/>
            <pc:sldMk cId="384888380" sldId="263"/>
            <ac:spMk id="3" creationId="{E60DA390-2E8B-082C-7D4C-CC5FE49679EE}"/>
          </ac:spMkLst>
        </pc:spChg>
        <pc:spChg chg="add del">
          <ac:chgData name="Cervan Canton Alvaro W.MSCIDS_F24.2301" userId="09644743-1044-4338-95c6-f7c68461d1d3" providerId="ADAL" clId="{47809704-D555-43E9-8763-C18ABFFD866A}" dt="2025-06-28T21:40:28.951" v="1472" actId="26606"/>
          <ac:spMkLst>
            <pc:docMk/>
            <pc:sldMk cId="384888380" sldId="263"/>
            <ac:spMk id="9" creationId="{CBB0869A-0BE5-B3E9-F73D-2F3691E4D932}"/>
          </ac:spMkLst>
        </pc:spChg>
        <pc:picChg chg="add mod modCrop">
          <ac:chgData name="Cervan Canton Alvaro W.MSCIDS_F24.2301" userId="09644743-1044-4338-95c6-f7c68461d1d3" providerId="ADAL" clId="{47809704-D555-43E9-8763-C18ABFFD866A}" dt="2025-06-28T21:43:02.844" v="1527" actId="14100"/>
          <ac:picMkLst>
            <pc:docMk/>
            <pc:sldMk cId="384888380" sldId="263"/>
            <ac:picMk id="4" creationId="{738549E6-5096-71B8-77A9-F419BAD87D42}"/>
          </ac:picMkLst>
        </pc:picChg>
        <pc:picChg chg="add mod modCrop">
          <ac:chgData name="Cervan Canton Alvaro W.MSCIDS_F24.2301" userId="09644743-1044-4338-95c6-f7c68461d1d3" providerId="ADAL" clId="{47809704-D555-43E9-8763-C18ABFFD866A}" dt="2025-06-28T21:42:31.699" v="1526" actId="29295"/>
          <ac:picMkLst>
            <pc:docMk/>
            <pc:sldMk cId="384888380" sldId="263"/>
            <ac:picMk id="6" creationId="{973C4CC3-B0AC-B046-E999-E6504C4AD5DD}"/>
          </ac:picMkLst>
        </pc:picChg>
      </pc:sldChg>
      <pc:sldChg chg="addSp delSp modSp add mod">
        <pc:chgData name="Cervan Canton Alvaro W.MSCIDS_F24.2301" userId="09644743-1044-4338-95c6-f7c68461d1d3" providerId="ADAL" clId="{47809704-D555-43E9-8763-C18ABFFD866A}" dt="2025-07-01T12:42:59.659" v="5945" actId="20577"/>
        <pc:sldMkLst>
          <pc:docMk/>
          <pc:sldMk cId="2318978003" sldId="264"/>
        </pc:sldMkLst>
        <pc:spChg chg="mod">
          <ac:chgData name="Cervan Canton Alvaro W.MSCIDS_F24.2301" userId="09644743-1044-4338-95c6-f7c68461d1d3" providerId="ADAL" clId="{47809704-D555-43E9-8763-C18ABFFD866A}" dt="2025-07-01T12:42:59.659" v="5945" actId="20577"/>
          <ac:spMkLst>
            <pc:docMk/>
            <pc:sldMk cId="2318978003" sldId="264"/>
            <ac:spMk id="2" creationId="{ABAA091E-A79B-A64F-5B66-50BDC9382FAC}"/>
          </ac:spMkLst>
        </pc:spChg>
        <pc:spChg chg="mod">
          <ac:chgData name="Cervan Canton Alvaro W.MSCIDS_F24.2301" userId="09644743-1044-4338-95c6-f7c68461d1d3" providerId="ADAL" clId="{47809704-D555-43E9-8763-C18ABFFD866A}" dt="2025-06-28T23:12:31.608" v="2293" actId="20577"/>
          <ac:spMkLst>
            <pc:docMk/>
            <pc:sldMk cId="2318978003" sldId="264"/>
            <ac:spMk id="3" creationId="{E60DA390-2E8B-082C-7D4C-CC5FE49679EE}"/>
          </ac:spMkLst>
        </pc:spChg>
        <pc:spChg chg="add del mod">
          <ac:chgData name="Cervan Canton Alvaro W.MSCIDS_F24.2301" userId="09644743-1044-4338-95c6-f7c68461d1d3" providerId="ADAL" clId="{47809704-D555-43E9-8763-C18ABFFD866A}" dt="2025-06-28T22:45:09.525" v="1710" actId="478"/>
          <ac:spMkLst>
            <pc:docMk/>
            <pc:sldMk cId="2318978003" sldId="264"/>
            <ac:spMk id="5" creationId="{15BA95DA-E4AC-6FEF-9565-9937DE47DC66}"/>
          </ac:spMkLst>
        </pc:spChg>
        <pc:spChg chg="add del">
          <ac:chgData name="Cervan Canton Alvaro W.MSCIDS_F24.2301" userId="09644743-1044-4338-95c6-f7c68461d1d3" providerId="ADAL" clId="{47809704-D555-43E9-8763-C18ABFFD866A}" dt="2025-06-28T22:43:51.326" v="1706" actId="478"/>
          <ac:spMkLst>
            <pc:docMk/>
            <pc:sldMk cId="2318978003" sldId="264"/>
            <ac:spMk id="6" creationId="{1CE6733D-349D-5A2E-5651-BD74E83FC896}"/>
          </ac:spMkLst>
        </pc:spChg>
        <pc:spChg chg="add del">
          <ac:chgData name="Cervan Canton Alvaro W.MSCIDS_F24.2301" userId="09644743-1044-4338-95c6-f7c68461d1d3" providerId="ADAL" clId="{47809704-D555-43E9-8763-C18ABFFD866A}" dt="2025-06-28T22:44:41.709" v="1708" actId="11529"/>
          <ac:spMkLst>
            <pc:docMk/>
            <pc:sldMk cId="2318978003" sldId="264"/>
            <ac:spMk id="7" creationId="{06F3BF84-5361-9FD5-2995-50D9E77A1DF4}"/>
          </ac:spMkLst>
        </pc:spChg>
        <pc:spChg chg="add del">
          <ac:chgData name="Cervan Canton Alvaro W.MSCIDS_F24.2301" userId="09644743-1044-4338-95c6-f7c68461d1d3" providerId="ADAL" clId="{47809704-D555-43E9-8763-C18ABFFD866A}" dt="2025-06-28T22:45:25.366" v="1712" actId="478"/>
          <ac:spMkLst>
            <pc:docMk/>
            <pc:sldMk cId="2318978003" sldId="264"/>
            <ac:spMk id="8" creationId="{AEB225F0-1508-9B93-2CAD-A4B8DF06931B}"/>
          </ac:spMkLst>
        </pc:spChg>
        <pc:spChg chg="add del mod">
          <ac:chgData name="Cervan Canton Alvaro W.MSCIDS_F24.2301" userId="09644743-1044-4338-95c6-f7c68461d1d3" providerId="ADAL" clId="{47809704-D555-43E9-8763-C18ABFFD866A}" dt="2025-06-28T22:46:10.494" v="1721" actId="478"/>
          <ac:spMkLst>
            <pc:docMk/>
            <pc:sldMk cId="2318978003" sldId="264"/>
            <ac:spMk id="9" creationId="{A2BF3057-A20A-8313-D58A-E805FF5004C1}"/>
          </ac:spMkLst>
        </pc:spChg>
        <pc:spChg chg="add mod">
          <ac:chgData name="Cervan Canton Alvaro W.MSCIDS_F24.2301" userId="09644743-1044-4338-95c6-f7c68461d1d3" providerId="ADAL" clId="{47809704-D555-43E9-8763-C18ABFFD866A}" dt="2025-06-28T22:47:31.110" v="1736" actId="113"/>
          <ac:spMkLst>
            <pc:docMk/>
            <pc:sldMk cId="2318978003" sldId="264"/>
            <ac:spMk id="10" creationId="{977DDC21-4FA7-C6E5-5FF8-5CAD877B7EA0}"/>
          </ac:spMkLst>
        </pc:spChg>
        <pc:picChg chg="add mod">
          <ac:chgData name="Cervan Canton Alvaro W.MSCIDS_F24.2301" userId="09644743-1044-4338-95c6-f7c68461d1d3" providerId="ADAL" clId="{47809704-D555-43E9-8763-C18ABFFD866A}" dt="2025-06-28T22:37:34.218" v="1560" actId="14100"/>
          <ac:picMkLst>
            <pc:docMk/>
            <pc:sldMk cId="2318978003" sldId="264"/>
            <ac:picMk id="4" creationId="{3C1CF4E7-D23A-B46D-CDAA-D507B6AAF57A}"/>
          </ac:picMkLst>
        </pc:picChg>
      </pc:sldChg>
      <pc:sldChg chg="addSp delSp modSp add mod modNotesTx">
        <pc:chgData name="Cervan Canton Alvaro W.MSCIDS_F24.2301" userId="09644743-1044-4338-95c6-f7c68461d1d3" providerId="ADAL" clId="{47809704-D555-43E9-8763-C18ABFFD866A}" dt="2025-06-28T23:18:07.879" v="2417" actId="20577"/>
        <pc:sldMkLst>
          <pc:docMk/>
          <pc:sldMk cId="1001368556" sldId="265"/>
        </pc:sldMkLst>
        <pc:spChg chg="mod">
          <ac:chgData name="Cervan Canton Alvaro W.MSCIDS_F24.2301" userId="09644743-1044-4338-95c6-f7c68461d1d3" providerId="ADAL" clId="{47809704-D555-43E9-8763-C18ABFFD866A}" dt="2025-06-28T23:06:22.610" v="2087" actId="27636"/>
          <ac:spMkLst>
            <pc:docMk/>
            <pc:sldMk cId="1001368556" sldId="265"/>
            <ac:spMk id="2" creationId="{ABAA091E-A79B-A64F-5B66-50BDC9382FAC}"/>
          </ac:spMkLst>
        </pc:spChg>
        <pc:spChg chg="del">
          <ac:chgData name="Cervan Canton Alvaro W.MSCIDS_F24.2301" userId="09644743-1044-4338-95c6-f7c68461d1d3" providerId="ADAL" clId="{47809704-D555-43E9-8763-C18ABFFD866A}" dt="2025-06-28T23:05:32.831" v="2074"/>
          <ac:spMkLst>
            <pc:docMk/>
            <pc:sldMk cId="1001368556" sldId="265"/>
            <ac:spMk id="3" creationId="{E60DA390-2E8B-082C-7D4C-CC5FE49679EE}"/>
          </ac:spMkLst>
        </pc:spChg>
        <pc:spChg chg="add del mod">
          <ac:chgData name="Cervan Canton Alvaro W.MSCIDS_F24.2301" userId="09644743-1044-4338-95c6-f7c68461d1d3" providerId="ADAL" clId="{47809704-D555-43E9-8763-C18ABFFD866A}" dt="2025-06-28T23:07:52.899" v="2089" actId="478"/>
          <ac:spMkLst>
            <pc:docMk/>
            <pc:sldMk cId="1001368556" sldId="265"/>
            <ac:spMk id="6" creationId="{C8077880-6A12-A4A2-CA80-17FB6FDFEA71}"/>
          </ac:spMkLst>
        </pc:spChg>
        <pc:spChg chg="add mod">
          <ac:chgData name="Cervan Canton Alvaro W.MSCIDS_F24.2301" userId="09644743-1044-4338-95c6-f7c68461d1d3" providerId="ADAL" clId="{47809704-D555-43E9-8763-C18ABFFD866A}" dt="2025-06-28T23:12:48.441" v="2298" actId="6549"/>
          <ac:spMkLst>
            <pc:docMk/>
            <pc:sldMk cId="1001368556" sldId="265"/>
            <ac:spMk id="7" creationId="{AB6A5032-431D-5231-581C-BE4C80E64EF1}"/>
          </ac:spMkLst>
        </pc:spChg>
        <pc:spChg chg="add mod">
          <ac:chgData name="Cervan Canton Alvaro W.MSCIDS_F24.2301" userId="09644743-1044-4338-95c6-f7c68461d1d3" providerId="ADAL" clId="{47809704-D555-43E9-8763-C18ABFFD866A}" dt="2025-06-28T23:08:09.243" v="2092"/>
          <ac:spMkLst>
            <pc:docMk/>
            <pc:sldMk cId="1001368556" sldId="265"/>
            <ac:spMk id="8" creationId="{5C726F39-43D3-5A19-55A3-C3952CB4F821}"/>
          </ac:spMkLst>
        </pc:spChg>
        <pc:spChg chg="add mod">
          <ac:chgData name="Cervan Canton Alvaro W.MSCIDS_F24.2301" userId="09644743-1044-4338-95c6-f7c68461d1d3" providerId="ADAL" clId="{47809704-D555-43E9-8763-C18ABFFD866A}" dt="2025-06-28T23:15:05.978" v="2382" actId="1076"/>
          <ac:spMkLst>
            <pc:docMk/>
            <pc:sldMk cId="1001368556" sldId="265"/>
            <ac:spMk id="9" creationId="{1B112EA8-3445-68AB-5090-D74A5B53C3FC}"/>
          </ac:spMkLst>
        </pc:spChg>
        <pc:picChg chg="add mod">
          <ac:chgData name="Cervan Canton Alvaro W.MSCIDS_F24.2301" userId="09644743-1044-4338-95c6-f7c68461d1d3" providerId="ADAL" clId="{47809704-D555-43E9-8763-C18ABFFD866A}" dt="2025-06-28T23:05:59.476" v="2078" actId="1076"/>
          <ac:picMkLst>
            <pc:docMk/>
            <pc:sldMk cId="1001368556" sldId="265"/>
            <ac:picMk id="5" creationId="{A25BCE4A-C90D-6F61-D14C-62E45A1646D6}"/>
          </ac:picMkLst>
        </pc:picChg>
      </pc:sldChg>
      <pc:sldChg chg="addSp modSp add mod">
        <pc:chgData name="Cervan Canton Alvaro W.MSCIDS_F24.2301" userId="09644743-1044-4338-95c6-f7c68461d1d3" providerId="ADAL" clId="{47809704-D555-43E9-8763-C18ABFFD866A}" dt="2025-06-29T19:57:29.265" v="2572" actId="20577"/>
        <pc:sldMkLst>
          <pc:docMk/>
          <pc:sldMk cId="631473613" sldId="266"/>
        </pc:sldMkLst>
        <pc:spChg chg="mod">
          <ac:chgData name="Cervan Canton Alvaro W.MSCIDS_F24.2301" userId="09644743-1044-4338-95c6-f7c68461d1d3" providerId="ADAL" clId="{47809704-D555-43E9-8763-C18ABFFD866A}" dt="2025-06-29T19:56:51.274" v="2543" actId="20577"/>
          <ac:spMkLst>
            <pc:docMk/>
            <pc:sldMk cId="631473613" sldId="266"/>
            <ac:spMk id="2" creationId="{ABAA091E-A79B-A64F-5B66-50BDC9382FAC}"/>
          </ac:spMkLst>
        </pc:spChg>
        <pc:spChg chg="mod">
          <ac:chgData name="Cervan Canton Alvaro W.MSCIDS_F24.2301" userId="09644743-1044-4338-95c6-f7c68461d1d3" providerId="ADAL" clId="{47809704-D555-43E9-8763-C18ABFFD866A}" dt="2025-06-29T19:57:29.265" v="2572" actId="20577"/>
          <ac:spMkLst>
            <pc:docMk/>
            <pc:sldMk cId="631473613" sldId="266"/>
            <ac:spMk id="3" creationId="{E60DA390-2E8B-082C-7D4C-CC5FE49679EE}"/>
          </ac:spMkLst>
        </pc:spChg>
        <pc:spChg chg="add">
          <ac:chgData name="Cervan Canton Alvaro W.MSCIDS_F24.2301" userId="09644743-1044-4338-95c6-f7c68461d1d3" providerId="ADAL" clId="{47809704-D555-43E9-8763-C18ABFFD866A}" dt="2025-06-29T12:02:45.476" v="2462"/>
          <ac:spMkLst>
            <pc:docMk/>
            <pc:sldMk cId="631473613" sldId="266"/>
            <ac:spMk id="4" creationId="{4841812E-8123-7941-13A7-E91CD522061E}"/>
          </ac:spMkLst>
        </pc:spChg>
        <pc:spChg chg="add mod">
          <ac:chgData name="Cervan Canton Alvaro W.MSCIDS_F24.2301" userId="09644743-1044-4338-95c6-f7c68461d1d3" providerId="ADAL" clId="{47809704-D555-43E9-8763-C18ABFFD866A}" dt="2025-06-29T19:56:20.404" v="2541" actId="1582"/>
          <ac:spMkLst>
            <pc:docMk/>
            <pc:sldMk cId="631473613" sldId="266"/>
            <ac:spMk id="6" creationId="{0388CF5E-F212-9990-3CCD-46D50631628D}"/>
          </ac:spMkLst>
        </pc:spChg>
        <pc:picChg chg="add mod modCrop">
          <ac:chgData name="Cervan Canton Alvaro W.MSCIDS_F24.2301" userId="09644743-1044-4338-95c6-f7c68461d1d3" providerId="ADAL" clId="{47809704-D555-43E9-8763-C18ABFFD866A}" dt="2025-06-29T19:55:27.671" v="2536" actId="1076"/>
          <ac:picMkLst>
            <pc:docMk/>
            <pc:sldMk cId="631473613" sldId="266"/>
            <ac:picMk id="5" creationId="{5CD61DA5-9966-6A91-F9E0-1787F812F09D}"/>
          </ac:picMkLst>
        </pc:picChg>
      </pc:sldChg>
      <pc:sldChg chg="addSp delSp modSp add mod">
        <pc:chgData name="Cervan Canton Alvaro W.MSCIDS_F24.2301" userId="09644743-1044-4338-95c6-f7c68461d1d3" providerId="ADAL" clId="{47809704-D555-43E9-8763-C18ABFFD866A}" dt="2025-06-29T20:13:59.310" v="2837" actId="20577"/>
        <pc:sldMkLst>
          <pc:docMk/>
          <pc:sldMk cId="984394870" sldId="267"/>
        </pc:sldMkLst>
        <pc:spChg chg="mod">
          <ac:chgData name="Cervan Canton Alvaro W.MSCIDS_F24.2301" userId="09644743-1044-4338-95c6-f7c68461d1d3" providerId="ADAL" clId="{47809704-D555-43E9-8763-C18ABFFD866A}" dt="2025-06-29T19:56:54.752" v="2545" actId="20577"/>
          <ac:spMkLst>
            <pc:docMk/>
            <pc:sldMk cId="984394870" sldId="267"/>
            <ac:spMk id="2" creationId="{ABAA091E-A79B-A64F-5B66-50BDC9382FAC}"/>
          </ac:spMkLst>
        </pc:spChg>
        <pc:spChg chg="add del mod">
          <ac:chgData name="Cervan Canton Alvaro W.MSCIDS_F24.2301" userId="09644743-1044-4338-95c6-f7c68461d1d3" providerId="ADAL" clId="{47809704-D555-43E9-8763-C18ABFFD866A}" dt="2025-06-29T20:13:59.310" v="2837" actId="20577"/>
          <ac:spMkLst>
            <pc:docMk/>
            <pc:sldMk cId="984394870" sldId="267"/>
            <ac:spMk id="3" creationId="{E60DA390-2E8B-082C-7D4C-CC5FE49679EE}"/>
          </ac:spMkLst>
        </pc:spChg>
        <pc:spChg chg="add mod">
          <ac:chgData name="Cervan Canton Alvaro W.MSCIDS_F24.2301" userId="09644743-1044-4338-95c6-f7c68461d1d3" providerId="ADAL" clId="{47809704-D555-43E9-8763-C18ABFFD866A}" dt="2025-06-29T20:09:07.042" v="2776"/>
          <ac:spMkLst>
            <pc:docMk/>
            <pc:sldMk cId="984394870" sldId="267"/>
            <ac:spMk id="4" creationId="{19B7F936-7F5A-6B88-58E6-AA2D8878C4B6}"/>
          </ac:spMkLst>
        </pc:spChg>
        <pc:picChg chg="add mod modCrop">
          <ac:chgData name="Cervan Canton Alvaro W.MSCIDS_F24.2301" userId="09644743-1044-4338-95c6-f7c68461d1d3" providerId="ADAL" clId="{47809704-D555-43E9-8763-C18ABFFD866A}" dt="2025-06-29T20:12:48.031" v="2827" actId="1076"/>
          <ac:picMkLst>
            <pc:docMk/>
            <pc:sldMk cId="984394870" sldId="267"/>
            <ac:picMk id="6" creationId="{6F7F44FC-4E03-0ABF-B2D2-B8357013F18A}"/>
          </ac:picMkLst>
        </pc:picChg>
      </pc:sldChg>
      <pc:sldChg chg="addSp modSp new del mod setBg">
        <pc:chgData name="Cervan Canton Alvaro W.MSCIDS_F24.2301" userId="09644743-1044-4338-95c6-f7c68461d1d3" providerId="ADAL" clId="{47809704-D555-43E9-8763-C18ABFFD866A}" dt="2025-06-29T20:29:16.003" v="3138" actId="2696"/>
        <pc:sldMkLst>
          <pc:docMk/>
          <pc:sldMk cId="2522694870" sldId="268"/>
        </pc:sldMkLst>
        <pc:spChg chg="mod">
          <ac:chgData name="Cervan Canton Alvaro W.MSCIDS_F24.2301" userId="09644743-1044-4338-95c6-f7c68461d1d3" providerId="ADAL" clId="{47809704-D555-43E9-8763-C18ABFFD866A}" dt="2025-06-29T20:28:08.887" v="3125" actId="1076"/>
          <ac:spMkLst>
            <pc:docMk/>
            <pc:sldMk cId="2522694870" sldId="268"/>
            <ac:spMk id="2" creationId="{FF365628-049E-9992-49EF-EEE27A6201B2}"/>
          </ac:spMkLst>
        </pc:spChg>
        <pc:spChg chg="mod">
          <ac:chgData name="Cervan Canton Alvaro W.MSCIDS_F24.2301" userId="09644743-1044-4338-95c6-f7c68461d1d3" providerId="ADAL" clId="{47809704-D555-43E9-8763-C18ABFFD866A}" dt="2025-06-29T20:27:57.128" v="3123" actId="26606"/>
          <ac:spMkLst>
            <pc:docMk/>
            <pc:sldMk cId="2522694870" sldId="268"/>
            <ac:spMk id="3" creationId="{65518192-0545-B17B-4EA3-4AD08303C051}"/>
          </ac:spMkLst>
        </pc:spChg>
        <pc:spChg chg="add">
          <ac:chgData name="Cervan Canton Alvaro W.MSCIDS_F24.2301" userId="09644743-1044-4338-95c6-f7c68461d1d3" providerId="ADAL" clId="{47809704-D555-43E9-8763-C18ABFFD866A}" dt="2025-06-29T20:27:57.128" v="3123" actId="26606"/>
          <ac:spMkLst>
            <pc:docMk/>
            <pc:sldMk cId="2522694870" sldId="268"/>
            <ac:spMk id="10" creationId="{CBB0869A-0BE5-B3E9-F73D-2F3691E4D932}"/>
          </ac:spMkLst>
        </pc:spChg>
        <pc:picChg chg="add mod">
          <ac:chgData name="Cervan Canton Alvaro W.MSCIDS_F24.2301" userId="09644743-1044-4338-95c6-f7c68461d1d3" providerId="ADAL" clId="{47809704-D555-43E9-8763-C18ABFFD866A}" dt="2025-06-29T20:28:04.167" v="3124" actId="14100"/>
          <ac:picMkLst>
            <pc:docMk/>
            <pc:sldMk cId="2522694870" sldId="268"/>
            <ac:picMk id="5" creationId="{C71DC73E-F2B0-B39B-8B7D-E0AA83CA9BCB}"/>
          </ac:picMkLst>
        </pc:picChg>
      </pc:sldChg>
      <pc:sldChg chg="addSp delSp modSp add mod">
        <pc:chgData name="Cervan Canton Alvaro W.MSCIDS_F24.2301" userId="09644743-1044-4338-95c6-f7c68461d1d3" providerId="ADAL" clId="{47809704-D555-43E9-8763-C18ABFFD866A}" dt="2025-06-29T20:55:59.899" v="3958" actId="20577"/>
        <pc:sldMkLst>
          <pc:docMk/>
          <pc:sldMk cId="253357861" sldId="269"/>
        </pc:sldMkLst>
        <pc:spChg chg="mod">
          <ac:chgData name="Cervan Canton Alvaro W.MSCIDS_F24.2301" userId="09644743-1044-4338-95c6-f7c68461d1d3" providerId="ADAL" clId="{47809704-D555-43E9-8763-C18ABFFD866A}" dt="2025-06-28T00:12:52.548" v="1045" actId="20577"/>
          <ac:spMkLst>
            <pc:docMk/>
            <pc:sldMk cId="253357861" sldId="269"/>
            <ac:spMk id="2" creationId="{FF365628-049E-9992-49EF-EEE27A6201B2}"/>
          </ac:spMkLst>
        </pc:spChg>
        <pc:spChg chg="del">
          <ac:chgData name="Cervan Canton Alvaro W.MSCIDS_F24.2301" userId="09644743-1044-4338-95c6-f7c68461d1d3" providerId="ADAL" clId="{47809704-D555-43E9-8763-C18ABFFD866A}" dt="2025-06-29T20:50:25.965" v="3696"/>
          <ac:spMkLst>
            <pc:docMk/>
            <pc:sldMk cId="253357861" sldId="269"/>
            <ac:spMk id="3" creationId="{65518192-0545-B17B-4EA3-4AD08303C051}"/>
          </ac:spMkLst>
        </pc:spChg>
        <pc:spChg chg="add mod">
          <ac:chgData name="Cervan Canton Alvaro W.MSCIDS_F24.2301" userId="09644743-1044-4338-95c6-f7c68461d1d3" providerId="ADAL" clId="{47809704-D555-43E9-8763-C18ABFFD866A}" dt="2025-06-29T20:55:59.899" v="3958" actId="20577"/>
          <ac:spMkLst>
            <pc:docMk/>
            <pc:sldMk cId="253357861" sldId="269"/>
            <ac:spMk id="6" creationId="{E8770D66-49D2-5060-E7CB-8E1B7A969801}"/>
          </ac:spMkLst>
        </pc:spChg>
        <pc:spChg chg="add">
          <ac:chgData name="Cervan Canton Alvaro W.MSCIDS_F24.2301" userId="09644743-1044-4338-95c6-f7c68461d1d3" providerId="ADAL" clId="{47809704-D555-43E9-8763-C18ABFFD866A}" dt="2025-06-29T20:53:50.607" v="3836"/>
          <ac:spMkLst>
            <pc:docMk/>
            <pc:sldMk cId="253357861" sldId="269"/>
            <ac:spMk id="7" creationId="{BFED14D5-DC8A-E222-2A0A-D309A5A03623}"/>
          </ac:spMkLst>
        </pc:spChg>
        <pc:picChg chg="add mod">
          <ac:chgData name="Cervan Canton Alvaro W.MSCIDS_F24.2301" userId="09644743-1044-4338-95c6-f7c68461d1d3" providerId="ADAL" clId="{47809704-D555-43E9-8763-C18ABFFD866A}" dt="2025-06-29T20:50:34.359" v="3701" actId="1076"/>
          <ac:picMkLst>
            <pc:docMk/>
            <pc:sldMk cId="253357861" sldId="269"/>
            <ac:picMk id="5" creationId="{6D77D4CA-C9F3-4073-7B47-ACDBC5B2E972}"/>
          </ac:picMkLst>
        </pc:picChg>
      </pc:sldChg>
      <pc:sldChg chg="addSp delSp modSp add mod">
        <pc:chgData name="Cervan Canton Alvaro W.MSCIDS_F24.2301" userId="09644743-1044-4338-95c6-f7c68461d1d3" providerId="ADAL" clId="{47809704-D555-43E9-8763-C18ABFFD866A}" dt="2025-06-28T23:12:42.900" v="2296" actId="6549"/>
        <pc:sldMkLst>
          <pc:docMk/>
          <pc:sldMk cId="3653057986" sldId="270"/>
        </pc:sldMkLst>
        <pc:spChg chg="mod">
          <ac:chgData name="Cervan Canton Alvaro W.MSCIDS_F24.2301" userId="09644743-1044-4338-95c6-f7c68461d1d3" providerId="ADAL" clId="{47809704-D555-43E9-8763-C18ABFFD866A}" dt="2025-06-28T22:48:43.183" v="1756" actId="20577"/>
          <ac:spMkLst>
            <pc:docMk/>
            <pc:sldMk cId="3653057986" sldId="270"/>
            <ac:spMk id="2" creationId="{ABAA091E-A79B-A64F-5B66-50BDC9382FAC}"/>
          </ac:spMkLst>
        </pc:spChg>
        <pc:spChg chg="mod">
          <ac:chgData name="Cervan Canton Alvaro W.MSCIDS_F24.2301" userId="09644743-1044-4338-95c6-f7c68461d1d3" providerId="ADAL" clId="{47809704-D555-43E9-8763-C18ABFFD866A}" dt="2025-06-28T23:12:42.900" v="2296" actId="6549"/>
          <ac:spMkLst>
            <pc:docMk/>
            <pc:sldMk cId="3653057986" sldId="270"/>
            <ac:spMk id="3" creationId="{E60DA390-2E8B-082C-7D4C-CC5FE49679EE}"/>
          </ac:spMkLst>
        </pc:spChg>
        <pc:spChg chg="add">
          <ac:chgData name="Cervan Canton Alvaro W.MSCIDS_F24.2301" userId="09644743-1044-4338-95c6-f7c68461d1d3" providerId="ADAL" clId="{47809704-D555-43E9-8763-C18ABFFD866A}" dt="2025-06-28T22:56:49.674" v="1814"/>
          <ac:spMkLst>
            <pc:docMk/>
            <pc:sldMk cId="3653057986" sldId="270"/>
            <ac:spMk id="9" creationId="{8DB4FD09-F373-02E7-0A71-FAA5A6D974EC}"/>
          </ac:spMkLst>
        </pc:spChg>
        <pc:spChg chg="mod">
          <ac:chgData name="Cervan Canton Alvaro W.MSCIDS_F24.2301" userId="09644743-1044-4338-95c6-f7c68461d1d3" providerId="ADAL" clId="{47809704-D555-43E9-8763-C18ABFFD866A}" dt="2025-06-28T23:00:54.186" v="2072" actId="1076"/>
          <ac:spMkLst>
            <pc:docMk/>
            <pc:sldMk cId="3653057986" sldId="270"/>
            <ac:spMk id="10" creationId="{977DDC21-4FA7-C6E5-5FF8-5CAD877B7EA0}"/>
          </ac:spMkLst>
        </pc:spChg>
        <pc:picChg chg="del">
          <ac:chgData name="Cervan Canton Alvaro W.MSCIDS_F24.2301" userId="09644743-1044-4338-95c6-f7c68461d1d3" providerId="ADAL" clId="{47809704-D555-43E9-8763-C18ABFFD866A}" dt="2025-06-28T22:50:13.242" v="1757" actId="478"/>
          <ac:picMkLst>
            <pc:docMk/>
            <pc:sldMk cId="3653057986" sldId="270"/>
            <ac:picMk id="4" creationId="{3C1CF4E7-D23A-B46D-CDAA-D507B6AAF57A}"/>
          </ac:picMkLst>
        </pc:picChg>
        <pc:picChg chg="add del mod">
          <ac:chgData name="Cervan Canton Alvaro W.MSCIDS_F24.2301" userId="09644743-1044-4338-95c6-f7c68461d1d3" providerId="ADAL" clId="{47809704-D555-43E9-8763-C18ABFFD866A}" dt="2025-06-28T22:52:13.666" v="1769" actId="478"/>
          <ac:picMkLst>
            <pc:docMk/>
            <pc:sldMk cId="3653057986" sldId="270"/>
            <ac:picMk id="6" creationId="{CF646954-0CCB-E924-FBC3-AB9A05654088}"/>
          </ac:picMkLst>
        </pc:picChg>
        <pc:picChg chg="add mod">
          <ac:chgData name="Cervan Canton Alvaro W.MSCIDS_F24.2301" userId="09644743-1044-4338-95c6-f7c68461d1d3" providerId="ADAL" clId="{47809704-D555-43E9-8763-C18ABFFD866A}" dt="2025-06-28T23:01:04.954" v="2073" actId="1076"/>
          <ac:picMkLst>
            <pc:docMk/>
            <pc:sldMk cId="3653057986" sldId="270"/>
            <ac:picMk id="8" creationId="{68BE0921-8C02-24C4-58B2-64506D720973}"/>
          </ac:picMkLst>
        </pc:picChg>
      </pc:sldChg>
      <pc:sldChg chg="addSp delSp modSp new mod setBg">
        <pc:chgData name="Cervan Canton Alvaro W.MSCIDS_F24.2301" userId="09644743-1044-4338-95c6-f7c68461d1d3" providerId="ADAL" clId="{47809704-D555-43E9-8763-C18ABFFD866A}" dt="2025-06-29T20:17:20.663" v="2935" actId="1076"/>
        <pc:sldMkLst>
          <pc:docMk/>
          <pc:sldMk cId="2743383934" sldId="271"/>
        </pc:sldMkLst>
        <pc:spChg chg="mod ord">
          <ac:chgData name="Cervan Canton Alvaro W.MSCIDS_F24.2301" userId="09644743-1044-4338-95c6-f7c68461d1d3" providerId="ADAL" clId="{47809704-D555-43E9-8763-C18ABFFD866A}" dt="2025-06-29T20:14:33.635" v="2851" actId="166"/>
          <ac:spMkLst>
            <pc:docMk/>
            <pc:sldMk cId="2743383934" sldId="271"/>
            <ac:spMk id="2" creationId="{F940F301-08A0-A00B-AC7C-1C8518D39654}"/>
          </ac:spMkLst>
        </pc:spChg>
        <pc:spChg chg="del">
          <ac:chgData name="Cervan Canton Alvaro W.MSCIDS_F24.2301" userId="09644743-1044-4338-95c6-f7c68461d1d3" providerId="ADAL" clId="{47809704-D555-43E9-8763-C18ABFFD866A}" dt="2025-06-29T19:58:29.108" v="2574"/>
          <ac:spMkLst>
            <pc:docMk/>
            <pc:sldMk cId="2743383934" sldId="271"/>
            <ac:spMk id="3" creationId="{EA7B584B-67BA-3BDA-D2C9-B82CAFD275BB}"/>
          </ac:spMkLst>
        </pc:spChg>
        <pc:spChg chg="add del">
          <ac:chgData name="Cervan Canton Alvaro W.MSCIDS_F24.2301" userId="09644743-1044-4338-95c6-f7c68461d1d3" providerId="ADAL" clId="{47809704-D555-43E9-8763-C18ABFFD866A}" dt="2025-06-29T20:01:09.027" v="2609" actId="11529"/>
          <ac:spMkLst>
            <pc:docMk/>
            <pc:sldMk cId="2743383934" sldId="271"/>
            <ac:spMk id="8" creationId="{CA78C022-F398-D2AE-6FFE-D3B36635B27D}"/>
          </ac:spMkLst>
        </pc:spChg>
        <pc:spChg chg="add del mod">
          <ac:chgData name="Cervan Canton Alvaro W.MSCIDS_F24.2301" userId="09644743-1044-4338-95c6-f7c68461d1d3" providerId="ADAL" clId="{47809704-D555-43E9-8763-C18ABFFD866A}" dt="2025-06-29T20:00:28.569" v="2606" actId="22"/>
          <ac:spMkLst>
            <pc:docMk/>
            <pc:sldMk cId="2743383934" sldId="271"/>
            <ac:spMk id="9" creationId="{5B02B1F0-23D0-4E2C-FF18-F757A58F4EF8}"/>
          </ac:spMkLst>
        </pc:spChg>
        <pc:spChg chg="add mod">
          <ac:chgData name="Cervan Canton Alvaro W.MSCIDS_F24.2301" userId="09644743-1044-4338-95c6-f7c68461d1d3" providerId="ADAL" clId="{47809704-D555-43E9-8763-C18ABFFD866A}" dt="2025-06-29T20:03:34.962" v="2771" actId="14100"/>
          <ac:spMkLst>
            <pc:docMk/>
            <pc:sldMk cId="2743383934" sldId="271"/>
            <ac:spMk id="10" creationId="{1DB9B3BD-91C7-3084-7AD6-319CFCC8A5E5}"/>
          </ac:spMkLst>
        </pc:spChg>
        <pc:spChg chg="add mod">
          <ac:chgData name="Cervan Canton Alvaro W.MSCIDS_F24.2301" userId="09644743-1044-4338-95c6-f7c68461d1d3" providerId="ADAL" clId="{47809704-D555-43E9-8763-C18ABFFD866A}" dt="2025-06-29T20:17:20.663" v="2935" actId="1076"/>
          <ac:spMkLst>
            <pc:docMk/>
            <pc:sldMk cId="2743383934" sldId="271"/>
            <ac:spMk id="11" creationId="{31CAA0D0-0058-458B-6275-70DE33F93685}"/>
          </ac:spMkLst>
        </pc:spChg>
        <pc:spChg chg="add">
          <ac:chgData name="Cervan Canton Alvaro W.MSCIDS_F24.2301" userId="09644743-1044-4338-95c6-f7c68461d1d3" providerId="ADAL" clId="{47809704-D555-43E9-8763-C18ABFFD866A}" dt="2025-06-29T19:58:37.571" v="2577" actId="26606"/>
          <ac:spMkLst>
            <pc:docMk/>
            <pc:sldMk cId="2743383934" sldId="271"/>
            <ac:spMk id="12" creationId="{C20CE451-818C-E63D-258B-234B6C543D34}"/>
          </ac:spMkLst>
        </pc:spChg>
        <pc:picChg chg="add mod modCrop">
          <ac:chgData name="Cervan Canton Alvaro W.MSCIDS_F24.2301" userId="09644743-1044-4338-95c6-f7c68461d1d3" providerId="ADAL" clId="{47809704-D555-43E9-8763-C18ABFFD866A}" dt="2025-06-29T20:04:51.247" v="2774" actId="14100"/>
          <ac:picMkLst>
            <pc:docMk/>
            <pc:sldMk cId="2743383934" sldId="271"/>
            <ac:picMk id="5" creationId="{CFD2E0B5-B74F-284F-A808-7722790A54A2}"/>
          </ac:picMkLst>
        </pc:picChg>
        <pc:picChg chg="add mod ord">
          <ac:chgData name="Cervan Canton Alvaro W.MSCIDS_F24.2301" userId="09644743-1044-4338-95c6-f7c68461d1d3" providerId="ADAL" clId="{47809704-D555-43E9-8763-C18ABFFD866A}" dt="2025-06-29T20:15:51.335" v="2881" actId="1076"/>
          <ac:picMkLst>
            <pc:docMk/>
            <pc:sldMk cId="2743383934" sldId="271"/>
            <ac:picMk id="7" creationId="{F8A96A85-122B-EE62-619B-1B8BA530AA98}"/>
          </ac:picMkLst>
        </pc:picChg>
      </pc:sldChg>
      <pc:sldChg chg="addSp delSp modSp new mod">
        <pc:chgData name="Cervan Canton Alvaro W.MSCIDS_F24.2301" userId="09644743-1044-4338-95c6-f7c68461d1d3" providerId="ADAL" clId="{47809704-D555-43E9-8763-C18ABFFD866A}" dt="2025-06-29T20:24:18.556" v="3116"/>
        <pc:sldMkLst>
          <pc:docMk/>
          <pc:sldMk cId="1022207080" sldId="272"/>
        </pc:sldMkLst>
        <pc:spChg chg="mod ord">
          <ac:chgData name="Cervan Canton Alvaro W.MSCIDS_F24.2301" userId="09644743-1044-4338-95c6-f7c68461d1d3" providerId="ADAL" clId="{47809704-D555-43E9-8763-C18ABFFD866A}" dt="2025-06-29T20:19:15.968" v="2952" actId="166"/>
          <ac:spMkLst>
            <pc:docMk/>
            <pc:sldMk cId="1022207080" sldId="272"/>
            <ac:spMk id="2" creationId="{ACD54872-147D-6054-11F5-9986B6DBE3C5}"/>
          </ac:spMkLst>
        </pc:spChg>
        <pc:spChg chg="add del mod">
          <ac:chgData name="Cervan Canton Alvaro W.MSCIDS_F24.2301" userId="09644743-1044-4338-95c6-f7c68461d1d3" providerId="ADAL" clId="{47809704-D555-43E9-8763-C18ABFFD866A}" dt="2025-06-29T20:18:48.932" v="2943"/>
          <ac:spMkLst>
            <pc:docMk/>
            <pc:sldMk cId="1022207080" sldId="272"/>
            <ac:spMk id="3" creationId="{1217199C-58C0-22C3-E6C4-233C97720D5A}"/>
          </ac:spMkLst>
        </pc:spChg>
        <pc:spChg chg="add mod">
          <ac:chgData name="Cervan Canton Alvaro W.MSCIDS_F24.2301" userId="09644743-1044-4338-95c6-f7c68461d1d3" providerId="ADAL" clId="{47809704-D555-43E9-8763-C18ABFFD866A}" dt="2025-06-29T20:20:08.447" v="2961" actId="20577"/>
          <ac:spMkLst>
            <pc:docMk/>
            <pc:sldMk cId="1022207080" sldId="272"/>
            <ac:spMk id="10" creationId="{D6E9C06A-B626-7E83-3E7B-23ACFE6B27DC}"/>
          </ac:spMkLst>
        </pc:spChg>
        <pc:spChg chg="add mod">
          <ac:chgData name="Cervan Canton Alvaro W.MSCIDS_F24.2301" userId="09644743-1044-4338-95c6-f7c68461d1d3" providerId="ADAL" clId="{47809704-D555-43E9-8763-C18ABFFD866A}" dt="2025-06-29T20:24:18.556" v="3116"/>
          <ac:spMkLst>
            <pc:docMk/>
            <pc:sldMk cId="1022207080" sldId="272"/>
            <ac:spMk id="11" creationId="{B41B0D44-A7E0-5FA0-A4C6-9DCD6E951AFC}"/>
          </ac:spMkLst>
        </pc:spChg>
        <pc:picChg chg="add mod">
          <ac:chgData name="Cervan Canton Alvaro W.MSCIDS_F24.2301" userId="09644743-1044-4338-95c6-f7c68461d1d3" providerId="ADAL" clId="{47809704-D555-43E9-8763-C18ABFFD866A}" dt="2025-06-29T20:19:32.879" v="2953" actId="14100"/>
          <ac:picMkLst>
            <pc:docMk/>
            <pc:sldMk cId="1022207080" sldId="272"/>
            <ac:picMk id="5" creationId="{015A7E74-795E-0269-419B-267B25B05909}"/>
          </ac:picMkLst>
        </pc:picChg>
        <pc:picChg chg="add mod">
          <ac:chgData name="Cervan Canton Alvaro W.MSCIDS_F24.2301" userId="09644743-1044-4338-95c6-f7c68461d1d3" providerId="ADAL" clId="{47809704-D555-43E9-8763-C18ABFFD866A}" dt="2025-06-29T20:18:39.579" v="2942"/>
          <ac:picMkLst>
            <pc:docMk/>
            <pc:sldMk cId="1022207080" sldId="272"/>
            <ac:picMk id="7" creationId="{9AEA7BAF-FB66-5558-8FC5-655FA967BA0D}"/>
          </ac:picMkLst>
        </pc:picChg>
        <pc:picChg chg="add mod">
          <ac:chgData name="Cervan Canton Alvaro W.MSCIDS_F24.2301" userId="09644743-1044-4338-95c6-f7c68461d1d3" providerId="ADAL" clId="{47809704-D555-43E9-8763-C18ABFFD866A}" dt="2025-06-29T20:19:10.447" v="2951" actId="14100"/>
          <ac:picMkLst>
            <pc:docMk/>
            <pc:sldMk cId="1022207080" sldId="272"/>
            <ac:picMk id="9" creationId="{D7290B01-5FF6-20C3-262E-0FC326354190}"/>
          </ac:picMkLst>
        </pc:picChg>
      </pc:sldChg>
      <pc:sldChg chg="addSp delSp modSp add mod">
        <pc:chgData name="Cervan Canton Alvaro W.MSCIDS_F24.2301" userId="09644743-1044-4338-95c6-f7c68461d1d3" providerId="ADAL" clId="{47809704-D555-43E9-8763-C18ABFFD866A}" dt="2025-06-29T21:04:46.343" v="4125" actId="1076"/>
        <pc:sldMkLst>
          <pc:docMk/>
          <pc:sldMk cId="4079644549" sldId="273"/>
        </pc:sldMkLst>
        <pc:spChg chg="mod">
          <ac:chgData name="Cervan Canton Alvaro W.MSCIDS_F24.2301" userId="09644743-1044-4338-95c6-f7c68461d1d3" providerId="ADAL" clId="{47809704-D555-43E9-8763-C18ABFFD866A}" dt="2025-06-29T20:28:27.661" v="3127"/>
          <ac:spMkLst>
            <pc:docMk/>
            <pc:sldMk cId="4079644549" sldId="273"/>
            <ac:spMk id="2" creationId="{ACD54872-147D-6054-11F5-9986B6DBE3C5}"/>
          </ac:spMkLst>
        </pc:spChg>
        <pc:spChg chg="add del mod">
          <ac:chgData name="Cervan Canton Alvaro W.MSCIDS_F24.2301" userId="09644743-1044-4338-95c6-f7c68461d1d3" providerId="ADAL" clId="{47809704-D555-43E9-8763-C18ABFFD866A}" dt="2025-06-29T20:28:49.034" v="3134"/>
          <ac:spMkLst>
            <pc:docMk/>
            <pc:sldMk cId="4079644549" sldId="273"/>
            <ac:spMk id="4" creationId="{BC9A9D57-AB55-7FF1-04C5-0CB59BF4DA1B}"/>
          </ac:spMkLst>
        </pc:spChg>
        <pc:spChg chg="add mod">
          <ac:chgData name="Cervan Canton Alvaro W.MSCIDS_F24.2301" userId="09644743-1044-4338-95c6-f7c68461d1d3" providerId="ADAL" clId="{47809704-D555-43E9-8763-C18ABFFD866A}" dt="2025-06-29T20:38:46.627" v="3485" actId="20577"/>
          <ac:spMkLst>
            <pc:docMk/>
            <pc:sldMk cId="4079644549" sldId="273"/>
            <ac:spMk id="7" creationId="{3CBD4DF5-7CC5-9AFE-8451-6CC9B5F9EBC5}"/>
          </ac:spMkLst>
        </pc:spChg>
        <pc:spChg chg="del">
          <ac:chgData name="Cervan Canton Alvaro W.MSCIDS_F24.2301" userId="09644743-1044-4338-95c6-f7c68461d1d3" providerId="ADAL" clId="{47809704-D555-43E9-8763-C18ABFFD866A}" dt="2025-06-29T20:28:40.109" v="3130" actId="478"/>
          <ac:spMkLst>
            <pc:docMk/>
            <pc:sldMk cId="4079644549" sldId="273"/>
            <ac:spMk id="10" creationId="{D6E9C06A-B626-7E83-3E7B-23ACFE6B27DC}"/>
          </ac:spMkLst>
        </pc:spChg>
        <pc:spChg chg="del mod">
          <ac:chgData name="Cervan Canton Alvaro W.MSCIDS_F24.2301" userId="09644743-1044-4338-95c6-f7c68461d1d3" providerId="ADAL" clId="{47809704-D555-43E9-8763-C18ABFFD866A}" dt="2025-06-29T20:28:40.142" v="3132"/>
          <ac:spMkLst>
            <pc:docMk/>
            <pc:sldMk cId="4079644549" sldId="273"/>
            <ac:spMk id="11" creationId="{B41B0D44-A7E0-5FA0-A4C6-9DCD6E951AFC}"/>
          </ac:spMkLst>
        </pc:spChg>
        <pc:picChg chg="del">
          <ac:chgData name="Cervan Canton Alvaro W.MSCIDS_F24.2301" userId="09644743-1044-4338-95c6-f7c68461d1d3" providerId="ADAL" clId="{47809704-D555-43E9-8763-C18ABFFD866A}" dt="2025-06-29T20:28:33.422" v="3128" actId="478"/>
          <ac:picMkLst>
            <pc:docMk/>
            <pc:sldMk cId="4079644549" sldId="273"/>
            <ac:picMk id="5" creationId="{015A7E74-795E-0269-419B-267B25B05909}"/>
          </ac:picMkLst>
        </pc:picChg>
        <pc:picChg chg="add mod">
          <ac:chgData name="Cervan Canton Alvaro W.MSCIDS_F24.2301" userId="09644743-1044-4338-95c6-f7c68461d1d3" providerId="ADAL" clId="{47809704-D555-43E9-8763-C18ABFFD866A}" dt="2025-06-29T21:04:21.216" v="4118" actId="1076"/>
          <ac:picMkLst>
            <pc:docMk/>
            <pc:sldMk cId="4079644549" sldId="273"/>
            <ac:picMk id="6" creationId="{407BC509-C67E-98F9-EAE1-6B7856C375A7}"/>
          </ac:picMkLst>
        </pc:picChg>
        <pc:picChg chg="del">
          <ac:chgData name="Cervan Canton Alvaro W.MSCIDS_F24.2301" userId="09644743-1044-4338-95c6-f7c68461d1d3" providerId="ADAL" clId="{47809704-D555-43E9-8763-C18ABFFD866A}" dt="2025-06-29T20:28:45.114" v="3133" actId="478"/>
          <ac:picMkLst>
            <pc:docMk/>
            <pc:sldMk cId="4079644549" sldId="273"/>
            <ac:picMk id="9" creationId="{D7290B01-5FF6-20C3-262E-0FC326354190}"/>
          </ac:picMkLst>
        </pc:picChg>
        <pc:picChg chg="add mod modCrop">
          <ac:chgData name="Cervan Canton Alvaro W.MSCIDS_F24.2301" userId="09644743-1044-4338-95c6-f7c68461d1d3" providerId="ADAL" clId="{47809704-D555-43E9-8763-C18ABFFD866A}" dt="2025-06-29T21:04:46.343" v="4125" actId="1076"/>
          <ac:picMkLst>
            <pc:docMk/>
            <pc:sldMk cId="4079644549" sldId="273"/>
            <ac:picMk id="12" creationId="{23C20CB9-0DAC-FE94-D13B-85874DA94B9D}"/>
          </ac:picMkLst>
        </pc:picChg>
      </pc:sldChg>
      <pc:sldChg chg="addSp delSp modSp new mod">
        <pc:chgData name="Cervan Canton Alvaro W.MSCIDS_F24.2301" userId="09644743-1044-4338-95c6-f7c68461d1d3" providerId="ADAL" clId="{47809704-D555-43E9-8763-C18ABFFD866A}" dt="2025-06-29T21:03:06.604" v="4117" actId="20577"/>
        <pc:sldMkLst>
          <pc:docMk/>
          <pc:sldMk cId="1734992041" sldId="274"/>
        </pc:sldMkLst>
        <pc:spChg chg="mod">
          <ac:chgData name="Cervan Canton Alvaro W.MSCIDS_F24.2301" userId="09644743-1044-4338-95c6-f7c68461d1d3" providerId="ADAL" clId="{47809704-D555-43E9-8763-C18ABFFD866A}" dt="2025-06-29T20:39:51.628" v="3508" actId="20577"/>
          <ac:spMkLst>
            <pc:docMk/>
            <pc:sldMk cId="1734992041" sldId="274"/>
            <ac:spMk id="2" creationId="{B5D233E2-1138-2856-831A-27E03C344295}"/>
          </ac:spMkLst>
        </pc:spChg>
        <pc:spChg chg="del">
          <ac:chgData name="Cervan Canton Alvaro W.MSCIDS_F24.2301" userId="09644743-1044-4338-95c6-f7c68461d1d3" providerId="ADAL" clId="{47809704-D555-43E9-8763-C18ABFFD866A}" dt="2025-06-29T20:39:04.619" v="3487" actId="22"/>
          <ac:spMkLst>
            <pc:docMk/>
            <pc:sldMk cId="1734992041" sldId="274"/>
            <ac:spMk id="3" creationId="{D55FCE19-1CA4-87EE-3FB4-7DE3537B0C41}"/>
          </ac:spMkLst>
        </pc:spChg>
        <pc:spChg chg="add del mod">
          <ac:chgData name="Cervan Canton Alvaro W.MSCIDS_F24.2301" userId="09644743-1044-4338-95c6-f7c68461d1d3" providerId="ADAL" clId="{47809704-D555-43E9-8763-C18ABFFD866A}" dt="2025-06-29T20:41:04.689" v="3514"/>
          <ac:spMkLst>
            <pc:docMk/>
            <pc:sldMk cId="1734992041" sldId="274"/>
            <ac:spMk id="6" creationId="{36AC45CB-FC54-A88D-D5BB-A4AAC5C328B8}"/>
          </ac:spMkLst>
        </pc:spChg>
        <pc:spChg chg="add mod">
          <ac:chgData name="Cervan Canton Alvaro W.MSCIDS_F24.2301" userId="09644743-1044-4338-95c6-f7c68461d1d3" providerId="ADAL" clId="{47809704-D555-43E9-8763-C18ABFFD866A}" dt="2025-06-29T21:03:06.604" v="4117" actId="20577"/>
          <ac:spMkLst>
            <pc:docMk/>
            <pc:sldMk cId="1734992041" sldId="274"/>
            <ac:spMk id="7" creationId="{B0478D3E-366B-3D9C-2D6A-802B834292C8}"/>
          </ac:spMkLst>
        </pc:spChg>
        <pc:picChg chg="add mod ord">
          <ac:chgData name="Cervan Canton Alvaro W.MSCIDS_F24.2301" userId="09644743-1044-4338-95c6-f7c68461d1d3" providerId="ADAL" clId="{47809704-D555-43E9-8763-C18ABFFD866A}" dt="2025-06-29T20:41:02.231" v="3512" actId="14100"/>
          <ac:picMkLst>
            <pc:docMk/>
            <pc:sldMk cId="1734992041" sldId="274"/>
            <ac:picMk id="5" creationId="{84BC6772-B94E-E397-3B45-9228E54CF73A}"/>
          </ac:picMkLst>
        </pc:picChg>
      </pc:sldChg>
      <pc:sldChg chg="addSp delSp modSp add mod">
        <pc:chgData name="Cervan Canton Alvaro W.MSCIDS_F24.2301" userId="09644743-1044-4338-95c6-f7c68461d1d3" providerId="ADAL" clId="{47809704-D555-43E9-8763-C18ABFFD866A}" dt="2025-06-30T12:54:18.078" v="4355" actId="113"/>
        <pc:sldMkLst>
          <pc:docMk/>
          <pc:sldMk cId="2152212823" sldId="275"/>
        </pc:sldMkLst>
        <pc:spChg chg="mod">
          <ac:chgData name="Cervan Canton Alvaro W.MSCIDS_F24.2301" userId="09644743-1044-4338-95c6-f7c68461d1d3" providerId="ADAL" clId="{47809704-D555-43E9-8763-C18ABFFD866A}" dt="2025-06-29T21:05:42.635" v="4139" actId="20577"/>
          <ac:spMkLst>
            <pc:docMk/>
            <pc:sldMk cId="2152212823" sldId="275"/>
            <ac:spMk id="2" creationId="{FF365628-049E-9992-49EF-EEE27A6201B2}"/>
          </ac:spMkLst>
        </pc:spChg>
        <pc:spChg chg="add del mod">
          <ac:chgData name="Cervan Canton Alvaro W.MSCIDS_F24.2301" userId="09644743-1044-4338-95c6-f7c68461d1d3" providerId="ADAL" clId="{47809704-D555-43E9-8763-C18ABFFD866A}" dt="2025-06-29T21:06:56.204" v="4142" actId="22"/>
          <ac:spMkLst>
            <pc:docMk/>
            <pc:sldMk cId="2152212823" sldId="275"/>
            <ac:spMk id="4" creationId="{C3E8227D-DBDA-6C47-D806-C07300FE1BF7}"/>
          </ac:spMkLst>
        </pc:spChg>
        <pc:spChg chg="mod">
          <ac:chgData name="Cervan Canton Alvaro W.MSCIDS_F24.2301" userId="09644743-1044-4338-95c6-f7c68461d1d3" providerId="ADAL" clId="{47809704-D555-43E9-8763-C18ABFFD866A}" dt="2025-06-30T12:54:18.078" v="4355" actId="113"/>
          <ac:spMkLst>
            <pc:docMk/>
            <pc:sldMk cId="2152212823" sldId="275"/>
            <ac:spMk id="6" creationId="{E8770D66-49D2-5060-E7CB-8E1B7A969801}"/>
          </ac:spMkLst>
        </pc:spChg>
        <pc:picChg chg="del">
          <ac:chgData name="Cervan Canton Alvaro W.MSCIDS_F24.2301" userId="09644743-1044-4338-95c6-f7c68461d1d3" providerId="ADAL" clId="{47809704-D555-43E9-8763-C18ABFFD866A}" dt="2025-06-29T21:06:54.661" v="4141" actId="478"/>
          <ac:picMkLst>
            <pc:docMk/>
            <pc:sldMk cId="2152212823" sldId="275"/>
            <ac:picMk id="5" creationId="{6D77D4CA-C9F3-4073-7B47-ACDBC5B2E972}"/>
          </ac:picMkLst>
        </pc:picChg>
        <pc:picChg chg="add mod ord">
          <ac:chgData name="Cervan Canton Alvaro W.MSCIDS_F24.2301" userId="09644743-1044-4338-95c6-f7c68461d1d3" providerId="ADAL" clId="{47809704-D555-43E9-8763-C18ABFFD866A}" dt="2025-06-29T21:08:02.367" v="4150" actId="14100"/>
          <ac:picMkLst>
            <pc:docMk/>
            <pc:sldMk cId="2152212823" sldId="275"/>
            <ac:picMk id="8" creationId="{0DF7B00E-0E90-E5B0-063E-008F12031085}"/>
          </ac:picMkLst>
        </pc:picChg>
        <pc:picChg chg="add mod">
          <ac:chgData name="Cervan Canton Alvaro W.MSCIDS_F24.2301" userId="09644743-1044-4338-95c6-f7c68461d1d3" providerId="ADAL" clId="{47809704-D555-43E9-8763-C18ABFFD866A}" dt="2025-06-29T21:07:54.471" v="4148" actId="1076"/>
          <ac:picMkLst>
            <pc:docMk/>
            <pc:sldMk cId="2152212823" sldId="275"/>
            <ac:picMk id="10" creationId="{CA5BE67E-3C29-D1E6-24E3-86CD313A852A}"/>
          </ac:picMkLst>
        </pc:picChg>
      </pc:sldChg>
      <pc:sldChg chg="addSp delSp modSp new mod setBg">
        <pc:chgData name="Cervan Canton Alvaro W.MSCIDS_F24.2301" userId="09644743-1044-4338-95c6-f7c68461d1d3" providerId="ADAL" clId="{47809704-D555-43E9-8763-C18ABFFD866A}" dt="2025-06-30T13:42:24.016" v="5001" actId="26606"/>
        <pc:sldMkLst>
          <pc:docMk/>
          <pc:sldMk cId="2810167478" sldId="276"/>
        </pc:sldMkLst>
        <pc:spChg chg="mod">
          <ac:chgData name="Cervan Canton Alvaro W.MSCIDS_F24.2301" userId="09644743-1044-4338-95c6-f7c68461d1d3" providerId="ADAL" clId="{47809704-D555-43E9-8763-C18ABFFD866A}" dt="2025-06-30T13:42:24.016" v="5001" actId="26606"/>
          <ac:spMkLst>
            <pc:docMk/>
            <pc:sldMk cId="2810167478" sldId="276"/>
            <ac:spMk id="2" creationId="{1DEB7DDF-20EA-DB5D-7462-FA8CACA19853}"/>
          </ac:spMkLst>
        </pc:spChg>
        <pc:spChg chg="add del mod">
          <ac:chgData name="Cervan Canton Alvaro W.MSCIDS_F24.2301" userId="09644743-1044-4338-95c6-f7c68461d1d3" providerId="ADAL" clId="{47809704-D555-43E9-8763-C18ABFFD866A}" dt="2025-06-30T13:42:24.016" v="5001" actId="26606"/>
          <ac:spMkLst>
            <pc:docMk/>
            <pc:sldMk cId="2810167478" sldId="276"/>
            <ac:spMk id="3" creationId="{D3A9411C-6CFE-1F25-BCCC-DB1A9C091B9B}"/>
          </ac:spMkLst>
        </pc:spChg>
        <pc:spChg chg="add mod">
          <ac:chgData name="Cervan Canton Alvaro W.MSCIDS_F24.2301" userId="09644743-1044-4338-95c6-f7c68461d1d3" providerId="ADAL" clId="{47809704-D555-43E9-8763-C18ABFFD866A}" dt="2025-06-30T12:37:13.087" v="4153"/>
          <ac:spMkLst>
            <pc:docMk/>
            <pc:sldMk cId="2810167478" sldId="276"/>
            <ac:spMk id="4" creationId="{D9A0CE65-CE2F-8AEC-1509-0AC7A4D70935}"/>
          </ac:spMkLst>
        </pc:spChg>
        <pc:spChg chg="add">
          <ac:chgData name="Cervan Canton Alvaro W.MSCIDS_F24.2301" userId="09644743-1044-4338-95c6-f7c68461d1d3" providerId="ADAL" clId="{47809704-D555-43E9-8763-C18ABFFD866A}" dt="2025-06-30T13:40:41.773" v="4936"/>
          <ac:spMkLst>
            <pc:docMk/>
            <pc:sldMk cId="2810167478" sldId="276"/>
            <ac:spMk id="6" creationId="{A2ACAF44-8402-83E3-A2D3-BC7AF8482752}"/>
          </ac:spMkLst>
        </pc:spChg>
        <pc:spChg chg="add">
          <ac:chgData name="Cervan Canton Alvaro W.MSCIDS_F24.2301" userId="09644743-1044-4338-95c6-f7c68461d1d3" providerId="ADAL" clId="{47809704-D555-43E9-8763-C18ABFFD866A}" dt="2025-06-30T13:41:01.377" v="4948"/>
          <ac:spMkLst>
            <pc:docMk/>
            <pc:sldMk cId="2810167478" sldId="276"/>
            <ac:spMk id="7" creationId="{EC8EBDD3-869B-A030-02B3-D6DB6B6A2BCE}"/>
          </ac:spMkLst>
        </pc:spChg>
        <pc:spChg chg="add del">
          <ac:chgData name="Cervan Canton Alvaro W.MSCIDS_F24.2301" userId="09644743-1044-4338-95c6-f7c68461d1d3" providerId="ADAL" clId="{47809704-D555-43E9-8763-C18ABFFD866A}" dt="2025-06-30T13:42:24.016" v="5001" actId="26606"/>
          <ac:spMkLst>
            <pc:docMk/>
            <pc:sldMk cId="2810167478" sldId="276"/>
            <ac:spMk id="9" creationId="{2961259D-605E-E200-FF9F-7C8C71D7C8E4}"/>
          </ac:spMkLst>
        </pc:spChg>
        <pc:spChg chg="add del">
          <ac:chgData name="Cervan Canton Alvaro W.MSCIDS_F24.2301" userId="09644743-1044-4338-95c6-f7c68461d1d3" providerId="ADAL" clId="{47809704-D555-43E9-8763-C18ABFFD866A}" dt="2025-06-30T13:42:24.016" v="5001" actId="26606"/>
          <ac:spMkLst>
            <pc:docMk/>
            <pc:sldMk cId="2810167478" sldId="276"/>
            <ac:spMk id="14" creationId="{2961259D-605E-E200-FF9F-7C8C71D7C8E4}"/>
          </ac:spMkLst>
        </pc:spChg>
        <pc:picChg chg="add mod">
          <ac:chgData name="Cervan Canton Alvaro W.MSCIDS_F24.2301" userId="09644743-1044-4338-95c6-f7c68461d1d3" providerId="ADAL" clId="{47809704-D555-43E9-8763-C18ABFFD866A}" dt="2025-06-30T13:42:24.016" v="5001" actId="26606"/>
          <ac:picMkLst>
            <pc:docMk/>
            <pc:sldMk cId="2810167478" sldId="276"/>
            <ac:picMk id="5" creationId="{CD32A0B8-F16D-A91B-F964-A921BDDBB1EE}"/>
          </ac:picMkLst>
        </pc:picChg>
      </pc:sldChg>
      <pc:sldChg chg="addSp delSp modSp new mod">
        <pc:chgData name="Cervan Canton Alvaro W.MSCIDS_F24.2301" userId="09644743-1044-4338-95c6-f7c68461d1d3" providerId="ADAL" clId="{47809704-D555-43E9-8763-C18ABFFD866A}" dt="2025-06-30T13:15:02.689" v="4816" actId="207"/>
        <pc:sldMkLst>
          <pc:docMk/>
          <pc:sldMk cId="2605861646" sldId="277"/>
        </pc:sldMkLst>
        <pc:spChg chg="mod">
          <ac:chgData name="Cervan Canton Alvaro W.MSCIDS_F24.2301" userId="09644743-1044-4338-95c6-f7c68461d1d3" providerId="ADAL" clId="{47809704-D555-43E9-8763-C18ABFFD866A}" dt="2025-06-30T12:54:59.249" v="4388" actId="20577"/>
          <ac:spMkLst>
            <pc:docMk/>
            <pc:sldMk cId="2605861646" sldId="277"/>
            <ac:spMk id="2" creationId="{E1D4A8BB-F858-1988-CD37-331E8D834DE7}"/>
          </ac:spMkLst>
        </pc:spChg>
        <pc:spChg chg="del">
          <ac:chgData name="Cervan Canton Alvaro W.MSCIDS_F24.2301" userId="09644743-1044-4338-95c6-f7c68461d1d3" providerId="ADAL" clId="{47809704-D555-43E9-8763-C18ABFFD866A}" dt="2025-06-30T13:04:56.816" v="4389" actId="22"/>
          <ac:spMkLst>
            <pc:docMk/>
            <pc:sldMk cId="2605861646" sldId="277"/>
            <ac:spMk id="3" creationId="{EA7BC501-DAAD-286F-D904-3C8CC7E14A65}"/>
          </ac:spMkLst>
        </pc:spChg>
        <pc:spChg chg="add mod">
          <ac:chgData name="Cervan Canton Alvaro W.MSCIDS_F24.2301" userId="09644743-1044-4338-95c6-f7c68461d1d3" providerId="ADAL" clId="{47809704-D555-43E9-8763-C18ABFFD866A}" dt="2025-06-30T13:06:37.019" v="4418" actId="1076"/>
          <ac:spMkLst>
            <pc:docMk/>
            <pc:sldMk cId="2605861646" sldId="277"/>
            <ac:spMk id="10" creationId="{02C72DA1-4B66-7286-946B-E342E23E69FB}"/>
          </ac:spMkLst>
        </pc:spChg>
        <pc:spChg chg="add mod">
          <ac:chgData name="Cervan Canton Alvaro W.MSCIDS_F24.2301" userId="09644743-1044-4338-95c6-f7c68461d1d3" providerId="ADAL" clId="{47809704-D555-43E9-8763-C18ABFFD866A}" dt="2025-06-30T13:12:40.482" v="4744" actId="20577"/>
          <ac:spMkLst>
            <pc:docMk/>
            <pc:sldMk cId="2605861646" sldId="277"/>
            <ac:spMk id="11" creationId="{1850E6B7-5F2F-C295-5BCE-0CD7B5AAF26C}"/>
          </ac:spMkLst>
        </pc:spChg>
        <pc:spChg chg="add mod">
          <ac:chgData name="Cervan Canton Alvaro W.MSCIDS_F24.2301" userId="09644743-1044-4338-95c6-f7c68461d1d3" providerId="ADAL" clId="{47809704-D555-43E9-8763-C18ABFFD866A}" dt="2025-06-30T13:12:43.727" v="4754" actId="20577"/>
          <ac:spMkLst>
            <pc:docMk/>
            <pc:sldMk cId="2605861646" sldId="277"/>
            <ac:spMk id="12" creationId="{83EB8173-1EC9-C37F-2393-AAFCFEF4BAB4}"/>
          </ac:spMkLst>
        </pc:spChg>
        <pc:spChg chg="add del mod">
          <ac:chgData name="Cervan Canton Alvaro W.MSCIDS_F24.2301" userId="09644743-1044-4338-95c6-f7c68461d1d3" providerId="ADAL" clId="{47809704-D555-43E9-8763-C18ABFFD866A}" dt="2025-06-30T13:08:03.512" v="4466"/>
          <ac:spMkLst>
            <pc:docMk/>
            <pc:sldMk cId="2605861646" sldId="277"/>
            <ac:spMk id="13" creationId="{590D9A6C-9129-B857-E2E7-595A53733E61}"/>
          </ac:spMkLst>
        </pc:spChg>
        <pc:spChg chg="add">
          <ac:chgData name="Cervan Canton Alvaro W.MSCIDS_F24.2301" userId="09644743-1044-4338-95c6-f7c68461d1d3" providerId="ADAL" clId="{47809704-D555-43E9-8763-C18ABFFD866A}" dt="2025-06-30T13:07:58.279" v="4464"/>
          <ac:spMkLst>
            <pc:docMk/>
            <pc:sldMk cId="2605861646" sldId="277"/>
            <ac:spMk id="14" creationId="{F657A392-3123-104F-1DAD-0263F723E272}"/>
          </ac:spMkLst>
        </pc:spChg>
        <pc:spChg chg="add mod">
          <ac:chgData name="Cervan Canton Alvaro W.MSCIDS_F24.2301" userId="09644743-1044-4338-95c6-f7c68461d1d3" providerId="ADAL" clId="{47809704-D555-43E9-8763-C18ABFFD866A}" dt="2025-06-30T13:13:09.344" v="4768" actId="14100"/>
          <ac:spMkLst>
            <pc:docMk/>
            <pc:sldMk cId="2605861646" sldId="277"/>
            <ac:spMk id="15" creationId="{BB6B339E-4AB4-5EDA-95D6-EACBB8DF960C}"/>
          </ac:spMkLst>
        </pc:spChg>
        <pc:spChg chg="add">
          <ac:chgData name="Cervan Canton Alvaro W.MSCIDS_F24.2301" userId="09644743-1044-4338-95c6-f7c68461d1d3" providerId="ADAL" clId="{47809704-D555-43E9-8763-C18ABFFD866A}" dt="2025-06-30T13:08:13.816" v="4468"/>
          <ac:spMkLst>
            <pc:docMk/>
            <pc:sldMk cId="2605861646" sldId="277"/>
            <ac:spMk id="16" creationId="{E83A16B6-440E-BAF0-885D-839653294F00}"/>
          </ac:spMkLst>
        </pc:spChg>
        <pc:spChg chg="add mod">
          <ac:chgData name="Cervan Canton Alvaro W.MSCIDS_F24.2301" userId="09644743-1044-4338-95c6-f7c68461d1d3" providerId="ADAL" clId="{47809704-D555-43E9-8763-C18ABFFD866A}" dt="2025-06-30T13:14:50.189" v="4813" actId="207"/>
          <ac:spMkLst>
            <pc:docMk/>
            <pc:sldMk cId="2605861646" sldId="277"/>
            <ac:spMk id="17" creationId="{E049EDF7-9229-030B-A16F-A74ABDE41563}"/>
          </ac:spMkLst>
        </pc:spChg>
        <pc:spChg chg="add mod">
          <ac:chgData name="Cervan Canton Alvaro W.MSCIDS_F24.2301" userId="09644743-1044-4338-95c6-f7c68461d1d3" providerId="ADAL" clId="{47809704-D555-43E9-8763-C18ABFFD866A}" dt="2025-06-30T13:15:02.689" v="4816" actId="207"/>
          <ac:spMkLst>
            <pc:docMk/>
            <pc:sldMk cId="2605861646" sldId="277"/>
            <ac:spMk id="18" creationId="{50CFB9DB-E750-8F94-D6FC-4BB043335BEB}"/>
          </ac:spMkLst>
        </pc:spChg>
        <pc:picChg chg="add mod ord">
          <ac:chgData name="Cervan Canton Alvaro W.MSCIDS_F24.2301" userId="09644743-1044-4338-95c6-f7c68461d1d3" providerId="ADAL" clId="{47809704-D555-43E9-8763-C18ABFFD866A}" dt="2025-06-30T13:05:38.747" v="4395" actId="1076"/>
          <ac:picMkLst>
            <pc:docMk/>
            <pc:sldMk cId="2605861646" sldId="277"/>
            <ac:picMk id="5" creationId="{9096E8CE-B347-8A78-E148-ADB40881A08B}"/>
          </ac:picMkLst>
        </pc:picChg>
        <pc:picChg chg="add mod">
          <ac:chgData name="Cervan Canton Alvaro W.MSCIDS_F24.2301" userId="09644743-1044-4338-95c6-f7c68461d1d3" providerId="ADAL" clId="{47809704-D555-43E9-8763-C18ABFFD866A}" dt="2025-06-30T13:05:40.683" v="4396" actId="1076"/>
          <ac:picMkLst>
            <pc:docMk/>
            <pc:sldMk cId="2605861646" sldId="277"/>
            <ac:picMk id="7" creationId="{837202C7-07B7-520C-46AA-8E0D306CAFD1}"/>
          </ac:picMkLst>
        </pc:picChg>
        <pc:picChg chg="add mod">
          <ac:chgData name="Cervan Canton Alvaro W.MSCIDS_F24.2301" userId="09644743-1044-4338-95c6-f7c68461d1d3" providerId="ADAL" clId="{47809704-D555-43E9-8763-C18ABFFD866A}" dt="2025-06-30T13:05:56.947" v="4400" actId="1076"/>
          <ac:picMkLst>
            <pc:docMk/>
            <pc:sldMk cId="2605861646" sldId="277"/>
            <ac:picMk id="9" creationId="{3DB7367C-3814-6ECF-E6EF-7380B51BFB4F}"/>
          </ac:picMkLst>
        </pc:picChg>
      </pc:sldChg>
      <pc:sldChg chg="addSp modSp new mod setBg">
        <pc:chgData name="Cervan Canton Alvaro W.MSCIDS_F24.2301" userId="09644743-1044-4338-95c6-f7c68461d1d3" providerId="ADAL" clId="{47809704-D555-43E9-8763-C18ABFFD866A}" dt="2025-06-30T13:38:40.976" v="4934" actId="20577"/>
        <pc:sldMkLst>
          <pc:docMk/>
          <pc:sldMk cId="551498668" sldId="278"/>
        </pc:sldMkLst>
        <pc:spChg chg="mod">
          <ac:chgData name="Cervan Canton Alvaro W.MSCIDS_F24.2301" userId="09644743-1044-4338-95c6-f7c68461d1d3" providerId="ADAL" clId="{47809704-D555-43E9-8763-C18ABFFD866A}" dt="2025-06-30T13:38:40.976" v="4934" actId="20577"/>
          <ac:spMkLst>
            <pc:docMk/>
            <pc:sldMk cId="551498668" sldId="278"/>
            <ac:spMk id="2" creationId="{FBEC1642-0856-56FB-A658-7318B400EB43}"/>
          </ac:spMkLst>
        </pc:spChg>
        <pc:spChg chg="mod">
          <ac:chgData name="Cervan Canton Alvaro W.MSCIDS_F24.2301" userId="09644743-1044-4338-95c6-f7c68461d1d3" providerId="ADAL" clId="{47809704-D555-43E9-8763-C18ABFFD866A}" dt="2025-06-30T13:38:29.604" v="4932" actId="14100"/>
          <ac:spMkLst>
            <pc:docMk/>
            <pc:sldMk cId="551498668" sldId="278"/>
            <ac:spMk id="3" creationId="{08DC2150-CC29-4060-0A45-C056046205A2}"/>
          </ac:spMkLst>
        </pc:spChg>
        <pc:spChg chg="add">
          <ac:chgData name="Cervan Canton Alvaro W.MSCIDS_F24.2301" userId="09644743-1044-4338-95c6-f7c68461d1d3" providerId="ADAL" clId="{47809704-D555-43E9-8763-C18ABFFD866A}" dt="2025-06-30T13:37:14.648" v="4838" actId="26606"/>
          <ac:spMkLst>
            <pc:docMk/>
            <pc:sldMk cId="551498668" sldId="278"/>
            <ac:spMk id="9" creationId="{2961259D-605E-E200-FF9F-7C8C71D7C8E4}"/>
          </ac:spMkLst>
        </pc:spChg>
        <pc:picChg chg="add">
          <ac:chgData name="Cervan Canton Alvaro W.MSCIDS_F24.2301" userId="09644743-1044-4338-95c6-f7c68461d1d3" providerId="ADAL" clId="{47809704-D555-43E9-8763-C18ABFFD866A}" dt="2025-06-30T13:37:14.648" v="4838" actId="26606"/>
          <ac:picMkLst>
            <pc:docMk/>
            <pc:sldMk cId="551498668" sldId="278"/>
            <ac:picMk id="5" creationId="{64B5D145-256D-EB4B-50AA-B364EEC57B1F}"/>
          </ac:picMkLst>
        </pc:picChg>
      </pc:sldChg>
      <pc:sldChg chg="addSp delSp modSp new mod setBg addAnim delAnim modAnim">
        <pc:chgData name="Cervan Canton Alvaro W.MSCIDS_F24.2301" userId="09644743-1044-4338-95c6-f7c68461d1d3" providerId="ADAL" clId="{47809704-D555-43E9-8763-C18ABFFD866A}" dt="2025-06-30T14:16:28.215" v="5820" actId="20577"/>
        <pc:sldMkLst>
          <pc:docMk/>
          <pc:sldMk cId="2890042335" sldId="279"/>
        </pc:sldMkLst>
        <pc:spChg chg="mod">
          <ac:chgData name="Cervan Canton Alvaro W.MSCIDS_F24.2301" userId="09644743-1044-4338-95c6-f7c68461d1d3" providerId="ADAL" clId="{47809704-D555-43E9-8763-C18ABFFD866A}" dt="2025-06-30T14:10:45.598" v="5091" actId="26606"/>
          <ac:spMkLst>
            <pc:docMk/>
            <pc:sldMk cId="2890042335" sldId="279"/>
            <ac:spMk id="2" creationId="{63073272-CC03-9E33-391C-70916CBF650B}"/>
          </ac:spMkLst>
        </pc:spChg>
        <pc:spChg chg="mod">
          <ac:chgData name="Cervan Canton Alvaro W.MSCIDS_F24.2301" userId="09644743-1044-4338-95c6-f7c68461d1d3" providerId="ADAL" clId="{47809704-D555-43E9-8763-C18ABFFD866A}" dt="2025-06-30T14:16:28.215" v="5820" actId="20577"/>
          <ac:spMkLst>
            <pc:docMk/>
            <pc:sldMk cId="2890042335" sldId="279"/>
            <ac:spMk id="3" creationId="{73762168-7D3F-1013-0D40-C81B7C1DF73D}"/>
          </ac:spMkLst>
        </pc:spChg>
        <pc:spChg chg="add del">
          <ac:chgData name="Cervan Canton Alvaro W.MSCIDS_F24.2301" userId="09644743-1044-4338-95c6-f7c68461d1d3" providerId="ADAL" clId="{47809704-D555-43E9-8763-C18ABFFD866A}" dt="2025-06-30T14:10:41.298" v="5087" actId="26606"/>
          <ac:spMkLst>
            <pc:docMk/>
            <pc:sldMk cId="2890042335" sldId="279"/>
            <ac:spMk id="9" creationId="{2961259D-605E-E200-FF9F-7C8C71D7C8E4}"/>
          </ac:spMkLst>
        </pc:spChg>
        <pc:spChg chg="add del">
          <ac:chgData name="Cervan Canton Alvaro W.MSCIDS_F24.2301" userId="09644743-1044-4338-95c6-f7c68461d1d3" providerId="ADAL" clId="{47809704-D555-43E9-8763-C18ABFFD866A}" dt="2025-06-30T14:10:45.582" v="5090" actId="26606"/>
          <ac:spMkLst>
            <pc:docMk/>
            <pc:sldMk cId="2890042335" sldId="279"/>
            <ac:spMk id="11" creationId="{84D07BF5-D29E-918E-55FE-747AF2A0E23F}"/>
          </ac:spMkLst>
        </pc:spChg>
        <pc:spChg chg="add del">
          <ac:chgData name="Cervan Canton Alvaro W.MSCIDS_F24.2301" userId="09644743-1044-4338-95c6-f7c68461d1d3" providerId="ADAL" clId="{47809704-D555-43E9-8763-C18ABFFD866A}" dt="2025-06-30T14:10:45.582" v="5090" actId="26606"/>
          <ac:spMkLst>
            <pc:docMk/>
            <pc:sldMk cId="2890042335" sldId="279"/>
            <ac:spMk id="12" creationId="{21E0DC6F-DB0E-DBE1-8178-AE81BC6B96EA}"/>
          </ac:spMkLst>
        </pc:spChg>
        <pc:spChg chg="add">
          <ac:chgData name="Cervan Canton Alvaro W.MSCIDS_F24.2301" userId="09644743-1044-4338-95c6-f7c68461d1d3" providerId="ADAL" clId="{47809704-D555-43E9-8763-C18ABFFD866A}" dt="2025-06-30T14:10:45.598" v="5091" actId="26606"/>
          <ac:spMkLst>
            <pc:docMk/>
            <pc:sldMk cId="2890042335" sldId="279"/>
            <ac:spMk id="15" creationId="{2961259D-605E-E200-FF9F-7C8C71D7C8E4}"/>
          </ac:spMkLst>
        </pc:spChg>
        <pc:picChg chg="add del">
          <ac:chgData name="Cervan Canton Alvaro W.MSCIDS_F24.2301" userId="09644743-1044-4338-95c6-f7c68461d1d3" providerId="ADAL" clId="{47809704-D555-43E9-8763-C18ABFFD866A}" dt="2025-06-30T14:10:41.298" v="5087" actId="26606"/>
          <ac:picMkLst>
            <pc:docMk/>
            <pc:sldMk cId="2890042335" sldId="279"/>
            <ac:picMk id="5" creationId="{055AC352-E2E7-02B4-F8FE-B19C1D3C6CD7}"/>
          </ac:picMkLst>
        </pc:picChg>
        <pc:picChg chg="add del">
          <ac:chgData name="Cervan Canton Alvaro W.MSCIDS_F24.2301" userId="09644743-1044-4338-95c6-f7c68461d1d3" providerId="ADAL" clId="{47809704-D555-43E9-8763-C18ABFFD866A}" dt="2025-06-30T14:10:45.582" v="5090" actId="26606"/>
          <ac:picMkLst>
            <pc:docMk/>
            <pc:sldMk cId="2890042335" sldId="279"/>
            <ac:picMk id="13" creationId="{563F338A-4E59-C27F-6DEC-DF79E671D74C}"/>
          </ac:picMkLst>
        </pc:picChg>
        <pc:picChg chg="add">
          <ac:chgData name="Cervan Canton Alvaro W.MSCIDS_F24.2301" userId="09644743-1044-4338-95c6-f7c68461d1d3" providerId="ADAL" clId="{47809704-D555-43E9-8763-C18ABFFD866A}" dt="2025-06-30T14:10:45.598" v="5091" actId="26606"/>
          <ac:picMkLst>
            <pc:docMk/>
            <pc:sldMk cId="2890042335" sldId="279"/>
            <ac:picMk id="16" creationId="{055AC352-E2E7-02B4-F8FE-B19C1D3C6CD7}"/>
          </ac:picMkLst>
        </pc:picChg>
      </pc:sldChg>
      <pc:sldChg chg="addSp modSp new mod setBg">
        <pc:chgData name="Cervan Canton Alvaro W.MSCIDS_F24.2301" userId="09644743-1044-4338-95c6-f7c68461d1d3" providerId="ADAL" clId="{47809704-D555-43E9-8763-C18ABFFD866A}" dt="2025-06-30T14:18:31.659" v="5878" actId="122"/>
        <pc:sldMkLst>
          <pc:docMk/>
          <pc:sldMk cId="87852736" sldId="280"/>
        </pc:sldMkLst>
        <pc:spChg chg="mod">
          <ac:chgData name="Cervan Canton Alvaro W.MSCIDS_F24.2301" userId="09644743-1044-4338-95c6-f7c68461d1d3" providerId="ADAL" clId="{47809704-D555-43E9-8763-C18ABFFD866A}" dt="2025-06-30T14:18:31.659" v="5878" actId="122"/>
          <ac:spMkLst>
            <pc:docMk/>
            <pc:sldMk cId="87852736" sldId="280"/>
            <ac:spMk id="2" creationId="{73B198F2-0D76-CC3A-002C-ADD17D243802}"/>
          </ac:spMkLst>
        </pc:spChg>
        <pc:spChg chg="mod">
          <ac:chgData name="Cervan Canton Alvaro W.MSCIDS_F24.2301" userId="09644743-1044-4338-95c6-f7c68461d1d3" providerId="ADAL" clId="{47809704-D555-43E9-8763-C18ABFFD866A}" dt="2025-06-30T14:18:26.897" v="5877" actId="20577"/>
          <ac:spMkLst>
            <pc:docMk/>
            <pc:sldMk cId="87852736" sldId="280"/>
            <ac:spMk id="3" creationId="{7ABF891A-42F5-83ED-BA67-0BC80E9FEBE9}"/>
          </ac:spMkLst>
        </pc:spChg>
        <pc:spChg chg="add">
          <ac:chgData name="Cervan Canton Alvaro W.MSCIDS_F24.2301" userId="09644743-1044-4338-95c6-f7c68461d1d3" providerId="ADAL" clId="{47809704-D555-43E9-8763-C18ABFFD866A}" dt="2025-06-30T14:16:49.869" v="5825" actId="26606"/>
          <ac:spMkLst>
            <pc:docMk/>
            <pc:sldMk cId="87852736" sldId="280"/>
            <ac:spMk id="9" creationId="{2961259D-605E-E200-FF9F-7C8C71D7C8E4}"/>
          </ac:spMkLst>
        </pc:spChg>
        <pc:picChg chg="add">
          <ac:chgData name="Cervan Canton Alvaro W.MSCIDS_F24.2301" userId="09644743-1044-4338-95c6-f7c68461d1d3" providerId="ADAL" clId="{47809704-D555-43E9-8763-C18ABFFD866A}" dt="2025-06-30T14:16:49.869" v="5825" actId="26606"/>
          <ac:picMkLst>
            <pc:docMk/>
            <pc:sldMk cId="87852736" sldId="280"/>
            <ac:picMk id="5" creationId="{86191B43-2E6E-0DDD-2BE0-0EF7C2DA6D3E}"/>
          </ac:picMkLst>
        </pc:picChg>
      </pc:sldChg>
      <pc:sldChg chg="addSp delSp modSp new mod modAnim">
        <pc:chgData name="Cervan Canton Alvaro W.MSCIDS_F24.2301" userId="09644743-1044-4338-95c6-f7c68461d1d3" providerId="ADAL" clId="{47809704-D555-43E9-8763-C18ABFFD866A}" dt="2025-07-01T11:45:35.651" v="5925" actId="14100"/>
        <pc:sldMkLst>
          <pc:docMk/>
          <pc:sldMk cId="3476223938" sldId="281"/>
        </pc:sldMkLst>
        <pc:spChg chg="mod">
          <ac:chgData name="Cervan Canton Alvaro W.MSCIDS_F24.2301" userId="09644743-1044-4338-95c6-f7c68461d1d3" providerId="ADAL" clId="{47809704-D555-43E9-8763-C18ABFFD866A}" dt="2025-07-01T11:44:52.397" v="5921" actId="20577"/>
          <ac:spMkLst>
            <pc:docMk/>
            <pc:sldMk cId="3476223938" sldId="281"/>
            <ac:spMk id="2" creationId="{1937F648-441B-2CC2-B8D2-1FF07E0530B9}"/>
          </ac:spMkLst>
        </pc:spChg>
        <pc:spChg chg="del">
          <ac:chgData name="Cervan Canton Alvaro W.MSCIDS_F24.2301" userId="09644743-1044-4338-95c6-f7c68461d1d3" providerId="ADAL" clId="{47809704-D555-43E9-8763-C18ABFFD866A}" dt="2025-07-01T11:45:16.456" v="5922"/>
          <ac:spMkLst>
            <pc:docMk/>
            <pc:sldMk cId="3476223938" sldId="281"/>
            <ac:spMk id="3" creationId="{BB4BCA35-B862-97C5-D472-F5122088E812}"/>
          </ac:spMkLst>
        </pc:spChg>
        <pc:picChg chg="add mod">
          <ac:chgData name="Cervan Canton Alvaro W.MSCIDS_F24.2301" userId="09644743-1044-4338-95c6-f7c68461d1d3" providerId="ADAL" clId="{47809704-D555-43E9-8763-C18ABFFD866A}" dt="2025-07-01T11:45:35.651" v="5925" actId="14100"/>
          <ac:picMkLst>
            <pc:docMk/>
            <pc:sldMk cId="3476223938" sldId="281"/>
            <ac:picMk id="4" creationId="{2ED3A82C-A8B5-7ABD-E64B-B6348EAD2EAD}"/>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hyperlink" Target="https://www.kaggle.com/datasets/vishesh1412/celebrity-face-image-dataset/data" TargetMode="Externa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diagrams/_rels/data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20.pn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hyperlink" Target="https://www.kaggle.com/datasets/vishesh1412/celebrity-face-image-dataset/data" TargetMode="External"/><Relationship Id="rId10" Type="http://schemas.openxmlformats.org/officeDocument/2006/relationships/image" Target="../media/image26.png"/><Relationship Id="rId4" Type="http://schemas.openxmlformats.org/officeDocument/2006/relationships/image" Target="../media/image21.svg"/><Relationship Id="rId9" Type="http://schemas.openxmlformats.org/officeDocument/2006/relationships/image" Target="../media/image2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DB44E5-7A35-4441-A81F-F28530D6CEF1}" type="doc">
      <dgm:prSet loTypeId="urn:microsoft.com/office/officeart/2018/2/layout/IconVerticalSolidList" loCatId="icon" qsTypeId="urn:microsoft.com/office/officeart/2005/8/quickstyle/simple4" qsCatId="simple" csTypeId="urn:microsoft.com/office/officeart/2018/5/colors/Iconchunking_neutralbg_colorful1" csCatId="colorful" phldr="1"/>
      <dgm:spPr/>
      <dgm:t>
        <a:bodyPr/>
        <a:lstStyle/>
        <a:p>
          <a:endParaRPr lang="en-US"/>
        </a:p>
      </dgm:t>
    </dgm:pt>
    <dgm:pt modelId="{208BC30C-6FAF-49C3-B716-E8DB8D046B39}">
      <dgm:prSet custT="1"/>
      <dgm:spPr/>
      <dgm:t>
        <a:bodyPr/>
        <a:lstStyle/>
        <a:p>
          <a:pPr>
            <a:lnSpc>
              <a:spcPct val="100000"/>
            </a:lnSpc>
          </a:pPr>
          <a:r>
            <a:rPr lang="en-US" sz="1600" dirty="0"/>
            <a:t>Fundamental task in computer vision in which a model is capable to identify a face on an image and determine their identity by classification or comparison.</a:t>
          </a:r>
        </a:p>
      </dgm:t>
    </dgm:pt>
    <dgm:pt modelId="{1C133E0A-2907-4325-A09C-0DD16162DBFE}" type="parTrans" cxnId="{9E2A1B0A-7315-4991-A80E-88A7B2E8FDBC}">
      <dgm:prSet/>
      <dgm:spPr/>
      <dgm:t>
        <a:bodyPr/>
        <a:lstStyle/>
        <a:p>
          <a:endParaRPr lang="en-US" sz="1600"/>
        </a:p>
      </dgm:t>
    </dgm:pt>
    <dgm:pt modelId="{D0825934-8CC5-4F2B-9D74-7655171F36DC}" type="sibTrans" cxnId="{9E2A1B0A-7315-4991-A80E-88A7B2E8FDBC}">
      <dgm:prSet/>
      <dgm:spPr/>
      <dgm:t>
        <a:bodyPr/>
        <a:lstStyle/>
        <a:p>
          <a:endParaRPr lang="en-US" sz="1600"/>
        </a:p>
      </dgm:t>
    </dgm:pt>
    <dgm:pt modelId="{166FF6AF-BB9A-4AAA-AADA-8DFE5A1A4CBF}">
      <dgm:prSet custT="1"/>
      <dgm:spPr/>
      <dgm:t>
        <a:bodyPr/>
        <a:lstStyle/>
        <a:p>
          <a:pPr>
            <a:lnSpc>
              <a:spcPct val="100000"/>
            </a:lnSpc>
          </a:pPr>
          <a:r>
            <a:rPr lang="en-US" sz="1600"/>
            <a:t>Diverse applications, such as: device unlock, surveillance, access control, social media tagging...</a:t>
          </a:r>
        </a:p>
      </dgm:t>
    </dgm:pt>
    <dgm:pt modelId="{82511E2C-6CDD-427F-8F16-166899498F64}" type="parTrans" cxnId="{845AECF6-30DC-452B-BBC1-699029A30CAD}">
      <dgm:prSet/>
      <dgm:spPr/>
      <dgm:t>
        <a:bodyPr/>
        <a:lstStyle/>
        <a:p>
          <a:endParaRPr lang="en-US" sz="1600"/>
        </a:p>
      </dgm:t>
    </dgm:pt>
    <dgm:pt modelId="{48666A2B-FAB3-4BFC-B457-F7C797F204C0}" type="sibTrans" cxnId="{845AECF6-30DC-452B-BBC1-699029A30CAD}">
      <dgm:prSet/>
      <dgm:spPr/>
      <dgm:t>
        <a:bodyPr/>
        <a:lstStyle/>
        <a:p>
          <a:endParaRPr lang="en-US" sz="1600"/>
        </a:p>
      </dgm:t>
    </dgm:pt>
    <dgm:pt modelId="{382ABD6C-C9E0-459A-B32F-B8211694DF97}">
      <dgm:prSet custT="1"/>
      <dgm:spPr/>
      <dgm:t>
        <a:bodyPr/>
        <a:lstStyle/>
        <a:p>
          <a:pPr>
            <a:lnSpc>
              <a:spcPct val="100000"/>
            </a:lnSpc>
          </a:pPr>
          <a:r>
            <a:rPr lang="en-US" sz="1600"/>
            <a:t>This project focuses on the face detection and comparison between images for security and log-in functions.</a:t>
          </a:r>
        </a:p>
      </dgm:t>
    </dgm:pt>
    <dgm:pt modelId="{12101135-8984-472F-98A4-B336EB1BFF09}" type="parTrans" cxnId="{2BECF4D1-B295-4A35-B697-73FFEF37B032}">
      <dgm:prSet/>
      <dgm:spPr/>
      <dgm:t>
        <a:bodyPr/>
        <a:lstStyle/>
        <a:p>
          <a:endParaRPr lang="en-US" sz="1600"/>
        </a:p>
      </dgm:t>
    </dgm:pt>
    <dgm:pt modelId="{BF726E7D-0426-484E-96AD-28EC9871B036}" type="sibTrans" cxnId="{2BECF4D1-B295-4A35-B697-73FFEF37B032}">
      <dgm:prSet/>
      <dgm:spPr/>
      <dgm:t>
        <a:bodyPr/>
        <a:lstStyle/>
        <a:p>
          <a:endParaRPr lang="en-US" sz="1600"/>
        </a:p>
      </dgm:t>
    </dgm:pt>
    <dgm:pt modelId="{D655C86B-7A4D-4534-B7EB-AB9B8703CACC}">
      <dgm:prSet custT="1"/>
      <dgm:spPr/>
      <dgm:t>
        <a:bodyPr/>
        <a:lstStyle/>
        <a:p>
          <a:pPr>
            <a:lnSpc>
              <a:spcPct val="100000"/>
            </a:lnSpc>
          </a:pPr>
          <a:r>
            <a:rPr lang="en-US" sz="1600"/>
            <a:t>Deep learning, especially CNNs, have boosted face recognition accuracy by learning robust facial features. These models outperform older methods, even under poor lighting or angle variations.</a:t>
          </a:r>
        </a:p>
      </dgm:t>
    </dgm:pt>
    <dgm:pt modelId="{9F385C9A-F588-4401-A958-76C590D7C655}" type="parTrans" cxnId="{6F925233-0E10-4E3B-BB6F-4408595FF3F1}">
      <dgm:prSet/>
      <dgm:spPr/>
      <dgm:t>
        <a:bodyPr/>
        <a:lstStyle/>
        <a:p>
          <a:endParaRPr lang="en-US" sz="1600"/>
        </a:p>
      </dgm:t>
    </dgm:pt>
    <dgm:pt modelId="{951FE73A-5A6B-4839-9A51-7FA55E815BDE}" type="sibTrans" cxnId="{6F925233-0E10-4E3B-BB6F-4408595FF3F1}">
      <dgm:prSet/>
      <dgm:spPr/>
      <dgm:t>
        <a:bodyPr/>
        <a:lstStyle/>
        <a:p>
          <a:endParaRPr lang="en-US" sz="1600"/>
        </a:p>
      </dgm:t>
    </dgm:pt>
    <dgm:pt modelId="{34783230-25FE-479F-A9DC-B556CE68D899}" type="pres">
      <dgm:prSet presAssocID="{73DB44E5-7A35-4441-A81F-F28530D6CEF1}" presName="root" presStyleCnt="0">
        <dgm:presLayoutVars>
          <dgm:dir/>
          <dgm:resizeHandles val="exact"/>
        </dgm:presLayoutVars>
      </dgm:prSet>
      <dgm:spPr/>
    </dgm:pt>
    <dgm:pt modelId="{070958CB-F102-4EE8-B3F3-16362326696D}" type="pres">
      <dgm:prSet presAssocID="{208BC30C-6FAF-49C3-B716-E8DB8D046B39}" presName="compNode" presStyleCnt="0"/>
      <dgm:spPr/>
    </dgm:pt>
    <dgm:pt modelId="{2877099E-15AC-4BCD-B7BB-6D41B9C5A199}" type="pres">
      <dgm:prSet presAssocID="{208BC30C-6FAF-49C3-B716-E8DB8D046B39}" presName="bgRect" presStyleLbl="bgShp" presStyleIdx="0" presStyleCnt="4"/>
      <dgm:spPr>
        <a:noFill/>
      </dgm:spPr>
    </dgm:pt>
    <dgm:pt modelId="{BA2FB196-4C76-48C6-BB05-BCBE3397C6AD}" type="pres">
      <dgm:prSet presAssocID="{208BC30C-6FAF-49C3-B716-E8DB8D046B3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E191AFB4-95E0-4B14-85A6-7E8B58C51F7B}" type="pres">
      <dgm:prSet presAssocID="{208BC30C-6FAF-49C3-B716-E8DB8D046B39}" presName="spaceRect" presStyleCnt="0"/>
      <dgm:spPr/>
    </dgm:pt>
    <dgm:pt modelId="{F5BDA56D-7CBC-43B8-B4DF-D381BA5DD066}" type="pres">
      <dgm:prSet presAssocID="{208BC30C-6FAF-49C3-B716-E8DB8D046B39}" presName="parTx" presStyleLbl="revTx" presStyleIdx="0" presStyleCnt="4">
        <dgm:presLayoutVars>
          <dgm:chMax val="0"/>
          <dgm:chPref val="0"/>
        </dgm:presLayoutVars>
      </dgm:prSet>
      <dgm:spPr/>
    </dgm:pt>
    <dgm:pt modelId="{4EFA8A1A-8B99-4F7C-9B3C-6722648103FA}" type="pres">
      <dgm:prSet presAssocID="{D0825934-8CC5-4F2B-9D74-7655171F36DC}" presName="sibTrans" presStyleCnt="0"/>
      <dgm:spPr/>
    </dgm:pt>
    <dgm:pt modelId="{EA365CD2-932B-4016-B41E-B035B92545F9}" type="pres">
      <dgm:prSet presAssocID="{166FF6AF-BB9A-4AAA-AADA-8DFE5A1A4CBF}" presName="compNode" presStyleCnt="0"/>
      <dgm:spPr/>
    </dgm:pt>
    <dgm:pt modelId="{9F1F74CF-84F3-499C-9688-5193520742A9}" type="pres">
      <dgm:prSet presAssocID="{166FF6AF-BB9A-4AAA-AADA-8DFE5A1A4CBF}" presName="bgRect" presStyleLbl="bgShp" presStyleIdx="1" presStyleCnt="4"/>
      <dgm:spPr>
        <a:noFill/>
      </dgm:spPr>
    </dgm:pt>
    <dgm:pt modelId="{85BDE456-332E-447E-B231-9ABC9613FD0C}" type="pres">
      <dgm:prSet presAssocID="{166FF6AF-BB9A-4AAA-AADA-8DFE5A1A4CB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ock"/>
        </a:ext>
      </dgm:extLst>
    </dgm:pt>
    <dgm:pt modelId="{2AD8A595-01C0-457C-9076-A97E275A40F5}" type="pres">
      <dgm:prSet presAssocID="{166FF6AF-BB9A-4AAA-AADA-8DFE5A1A4CBF}" presName="spaceRect" presStyleCnt="0"/>
      <dgm:spPr/>
    </dgm:pt>
    <dgm:pt modelId="{43D469D6-71A3-41A9-8AF0-85D85C4BAB27}" type="pres">
      <dgm:prSet presAssocID="{166FF6AF-BB9A-4AAA-AADA-8DFE5A1A4CBF}" presName="parTx" presStyleLbl="revTx" presStyleIdx="1" presStyleCnt="4">
        <dgm:presLayoutVars>
          <dgm:chMax val="0"/>
          <dgm:chPref val="0"/>
        </dgm:presLayoutVars>
      </dgm:prSet>
      <dgm:spPr/>
    </dgm:pt>
    <dgm:pt modelId="{3A765AD2-13CA-4396-80A4-9D13AE7B2788}" type="pres">
      <dgm:prSet presAssocID="{48666A2B-FAB3-4BFC-B457-F7C797F204C0}" presName="sibTrans" presStyleCnt="0"/>
      <dgm:spPr/>
    </dgm:pt>
    <dgm:pt modelId="{0C2569DA-93CF-468D-BE7F-A31ABF0AD958}" type="pres">
      <dgm:prSet presAssocID="{382ABD6C-C9E0-459A-B32F-B8211694DF97}" presName="compNode" presStyleCnt="0"/>
      <dgm:spPr/>
    </dgm:pt>
    <dgm:pt modelId="{BFFF5B24-FB78-4B44-846F-26F6604ADFAA}" type="pres">
      <dgm:prSet presAssocID="{382ABD6C-C9E0-459A-B32F-B8211694DF97}" presName="bgRect" presStyleLbl="bgShp" presStyleIdx="2" presStyleCnt="4"/>
      <dgm:spPr>
        <a:noFill/>
      </dgm:spPr>
    </dgm:pt>
    <dgm:pt modelId="{85846C32-6FF7-49CA-A683-B6BA9258D686}" type="pres">
      <dgm:prSet presAssocID="{382ABD6C-C9E0-459A-B32F-B8211694DF9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AC602224-3CF5-4938-9779-8949E1E3CE00}" type="pres">
      <dgm:prSet presAssocID="{382ABD6C-C9E0-459A-B32F-B8211694DF97}" presName="spaceRect" presStyleCnt="0"/>
      <dgm:spPr/>
    </dgm:pt>
    <dgm:pt modelId="{2C913AAF-E6C8-4957-BFFD-9193A3101454}" type="pres">
      <dgm:prSet presAssocID="{382ABD6C-C9E0-459A-B32F-B8211694DF97}" presName="parTx" presStyleLbl="revTx" presStyleIdx="2" presStyleCnt="4">
        <dgm:presLayoutVars>
          <dgm:chMax val="0"/>
          <dgm:chPref val="0"/>
        </dgm:presLayoutVars>
      </dgm:prSet>
      <dgm:spPr/>
    </dgm:pt>
    <dgm:pt modelId="{8EEE616E-CCC7-4767-AF5F-F704927D95DA}" type="pres">
      <dgm:prSet presAssocID="{BF726E7D-0426-484E-96AD-28EC9871B036}" presName="sibTrans" presStyleCnt="0"/>
      <dgm:spPr/>
    </dgm:pt>
    <dgm:pt modelId="{CA63EDE6-9B64-47E4-9281-7E85664625AE}" type="pres">
      <dgm:prSet presAssocID="{D655C86B-7A4D-4534-B7EB-AB9B8703CACC}" presName="compNode" presStyleCnt="0"/>
      <dgm:spPr/>
    </dgm:pt>
    <dgm:pt modelId="{461F0362-B1E1-47AB-A068-6152AC302ABA}" type="pres">
      <dgm:prSet presAssocID="{D655C86B-7A4D-4534-B7EB-AB9B8703CACC}" presName="bgRect" presStyleLbl="bgShp" presStyleIdx="3" presStyleCnt="4"/>
      <dgm:spPr>
        <a:noFill/>
      </dgm:spPr>
    </dgm:pt>
    <dgm:pt modelId="{BBA7413A-2E64-41FC-AAD8-D21369112316}" type="pres">
      <dgm:prSet presAssocID="{D655C86B-7A4D-4534-B7EB-AB9B8703CAC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ashes"/>
        </a:ext>
      </dgm:extLst>
    </dgm:pt>
    <dgm:pt modelId="{E85F34F8-8662-498E-949F-BA8D8DEED29A}" type="pres">
      <dgm:prSet presAssocID="{D655C86B-7A4D-4534-B7EB-AB9B8703CACC}" presName="spaceRect" presStyleCnt="0"/>
      <dgm:spPr/>
    </dgm:pt>
    <dgm:pt modelId="{85BA415F-C6FC-4772-8EE2-0E161E3245FB}" type="pres">
      <dgm:prSet presAssocID="{D655C86B-7A4D-4534-B7EB-AB9B8703CACC}" presName="parTx" presStyleLbl="revTx" presStyleIdx="3" presStyleCnt="4">
        <dgm:presLayoutVars>
          <dgm:chMax val="0"/>
          <dgm:chPref val="0"/>
        </dgm:presLayoutVars>
      </dgm:prSet>
      <dgm:spPr/>
    </dgm:pt>
  </dgm:ptLst>
  <dgm:cxnLst>
    <dgm:cxn modelId="{9E2A1B0A-7315-4991-A80E-88A7B2E8FDBC}" srcId="{73DB44E5-7A35-4441-A81F-F28530D6CEF1}" destId="{208BC30C-6FAF-49C3-B716-E8DB8D046B39}" srcOrd="0" destOrd="0" parTransId="{1C133E0A-2907-4325-A09C-0DD16162DBFE}" sibTransId="{D0825934-8CC5-4F2B-9D74-7655171F36DC}"/>
    <dgm:cxn modelId="{F678751F-AFDE-4A40-B7B3-433007A6C95A}" type="presOf" srcId="{D655C86B-7A4D-4534-B7EB-AB9B8703CACC}" destId="{85BA415F-C6FC-4772-8EE2-0E161E3245FB}" srcOrd="0" destOrd="0" presId="urn:microsoft.com/office/officeart/2018/2/layout/IconVerticalSolidList"/>
    <dgm:cxn modelId="{6F925233-0E10-4E3B-BB6F-4408595FF3F1}" srcId="{73DB44E5-7A35-4441-A81F-F28530D6CEF1}" destId="{D655C86B-7A4D-4534-B7EB-AB9B8703CACC}" srcOrd="3" destOrd="0" parTransId="{9F385C9A-F588-4401-A958-76C590D7C655}" sibTransId="{951FE73A-5A6B-4839-9A51-7FA55E815BDE}"/>
    <dgm:cxn modelId="{878B8D62-D7A0-437F-B714-2526BC65BE4C}" type="presOf" srcId="{166FF6AF-BB9A-4AAA-AADA-8DFE5A1A4CBF}" destId="{43D469D6-71A3-41A9-8AF0-85D85C4BAB27}" srcOrd="0" destOrd="0" presId="urn:microsoft.com/office/officeart/2018/2/layout/IconVerticalSolidList"/>
    <dgm:cxn modelId="{0386C084-DCA9-48F8-B5C4-A254E0CC0198}" type="presOf" srcId="{382ABD6C-C9E0-459A-B32F-B8211694DF97}" destId="{2C913AAF-E6C8-4957-BFFD-9193A3101454}" srcOrd="0" destOrd="0" presId="urn:microsoft.com/office/officeart/2018/2/layout/IconVerticalSolidList"/>
    <dgm:cxn modelId="{50154789-CC46-4AC0-8F79-B700A84514BA}" type="presOf" srcId="{73DB44E5-7A35-4441-A81F-F28530D6CEF1}" destId="{34783230-25FE-479F-A9DC-B556CE68D899}" srcOrd="0" destOrd="0" presId="urn:microsoft.com/office/officeart/2018/2/layout/IconVerticalSolidList"/>
    <dgm:cxn modelId="{889E9691-0341-4449-8330-C0A0E6E24E15}" type="presOf" srcId="{208BC30C-6FAF-49C3-B716-E8DB8D046B39}" destId="{F5BDA56D-7CBC-43B8-B4DF-D381BA5DD066}" srcOrd="0" destOrd="0" presId="urn:microsoft.com/office/officeart/2018/2/layout/IconVerticalSolidList"/>
    <dgm:cxn modelId="{2BECF4D1-B295-4A35-B697-73FFEF37B032}" srcId="{73DB44E5-7A35-4441-A81F-F28530D6CEF1}" destId="{382ABD6C-C9E0-459A-B32F-B8211694DF97}" srcOrd="2" destOrd="0" parTransId="{12101135-8984-472F-98A4-B336EB1BFF09}" sibTransId="{BF726E7D-0426-484E-96AD-28EC9871B036}"/>
    <dgm:cxn modelId="{845AECF6-30DC-452B-BBC1-699029A30CAD}" srcId="{73DB44E5-7A35-4441-A81F-F28530D6CEF1}" destId="{166FF6AF-BB9A-4AAA-AADA-8DFE5A1A4CBF}" srcOrd="1" destOrd="0" parTransId="{82511E2C-6CDD-427F-8F16-166899498F64}" sibTransId="{48666A2B-FAB3-4BFC-B457-F7C797F204C0}"/>
    <dgm:cxn modelId="{EDAC5F02-4607-4874-8B69-C57DEF1947B3}" type="presParOf" srcId="{34783230-25FE-479F-A9DC-B556CE68D899}" destId="{070958CB-F102-4EE8-B3F3-16362326696D}" srcOrd="0" destOrd="0" presId="urn:microsoft.com/office/officeart/2018/2/layout/IconVerticalSolidList"/>
    <dgm:cxn modelId="{510FF151-C9EA-4611-BB53-1E28B760582A}" type="presParOf" srcId="{070958CB-F102-4EE8-B3F3-16362326696D}" destId="{2877099E-15AC-4BCD-B7BB-6D41B9C5A199}" srcOrd="0" destOrd="0" presId="urn:microsoft.com/office/officeart/2018/2/layout/IconVerticalSolidList"/>
    <dgm:cxn modelId="{612A2159-8876-4100-AB4E-7BFFCBDCCE33}" type="presParOf" srcId="{070958CB-F102-4EE8-B3F3-16362326696D}" destId="{BA2FB196-4C76-48C6-BB05-BCBE3397C6AD}" srcOrd="1" destOrd="0" presId="urn:microsoft.com/office/officeart/2018/2/layout/IconVerticalSolidList"/>
    <dgm:cxn modelId="{E54A1071-F098-4445-80A0-DA9533E34076}" type="presParOf" srcId="{070958CB-F102-4EE8-B3F3-16362326696D}" destId="{E191AFB4-95E0-4B14-85A6-7E8B58C51F7B}" srcOrd="2" destOrd="0" presId="urn:microsoft.com/office/officeart/2018/2/layout/IconVerticalSolidList"/>
    <dgm:cxn modelId="{AF5A43BC-7A69-482F-A7B0-4839DD15F90D}" type="presParOf" srcId="{070958CB-F102-4EE8-B3F3-16362326696D}" destId="{F5BDA56D-7CBC-43B8-B4DF-D381BA5DD066}" srcOrd="3" destOrd="0" presId="urn:microsoft.com/office/officeart/2018/2/layout/IconVerticalSolidList"/>
    <dgm:cxn modelId="{BDF07AA5-6544-4468-A398-7B7F9951AD4E}" type="presParOf" srcId="{34783230-25FE-479F-A9DC-B556CE68D899}" destId="{4EFA8A1A-8B99-4F7C-9B3C-6722648103FA}" srcOrd="1" destOrd="0" presId="urn:microsoft.com/office/officeart/2018/2/layout/IconVerticalSolidList"/>
    <dgm:cxn modelId="{9DA9EA15-7BA1-4701-80BE-ACE5FFD7A858}" type="presParOf" srcId="{34783230-25FE-479F-A9DC-B556CE68D899}" destId="{EA365CD2-932B-4016-B41E-B035B92545F9}" srcOrd="2" destOrd="0" presId="urn:microsoft.com/office/officeart/2018/2/layout/IconVerticalSolidList"/>
    <dgm:cxn modelId="{10B0D85E-7F44-4137-9323-D0F7891D260C}" type="presParOf" srcId="{EA365CD2-932B-4016-B41E-B035B92545F9}" destId="{9F1F74CF-84F3-499C-9688-5193520742A9}" srcOrd="0" destOrd="0" presId="urn:microsoft.com/office/officeart/2018/2/layout/IconVerticalSolidList"/>
    <dgm:cxn modelId="{B032093C-F734-42A1-824B-9F802DFB789D}" type="presParOf" srcId="{EA365CD2-932B-4016-B41E-B035B92545F9}" destId="{85BDE456-332E-447E-B231-9ABC9613FD0C}" srcOrd="1" destOrd="0" presId="urn:microsoft.com/office/officeart/2018/2/layout/IconVerticalSolidList"/>
    <dgm:cxn modelId="{87DB0DCB-9641-4BAE-895F-56CB1CB18F58}" type="presParOf" srcId="{EA365CD2-932B-4016-B41E-B035B92545F9}" destId="{2AD8A595-01C0-457C-9076-A97E275A40F5}" srcOrd="2" destOrd="0" presId="urn:microsoft.com/office/officeart/2018/2/layout/IconVerticalSolidList"/>
    <dgm:cxn modelId="{EFDDA221-111A-4117-90B1-13A811DABE52}" type="presParOf" srcId="{EA365CD2-932B-4016-B41E-B035B92545F9}" destId="{43D469D6-71A3-41A9-8AF0-85D85C4BAB27}" srcOrd="3" destOrd="0" presId="urn:microsoft.com/office/officeart/2018/2/layout/IconVerticalSolidList"/>
    <dgm:cxn modelId="{C30FB361-B668-4753-A353-3E62E7D029F7}" type="presParOf" srcId="{34783230-25FE-479F-A9DC-B556CE68D899}" destId="{3A765AD2-13CA-4396-80A4-9D13AE7B2788}" srcOrd="3" destOrd="0" presId="urn:microsoft.com/office/officeart/2018/2/layout/IconVerticalSolidList"/>
    <dgm:cxn modelId="{FBB3CCC9-9F60-4CBC-9651-1AFA891DCF3C}" type="presParOf" srcId="{34783230-25FE-479F-A9DC-B556CE68D899}" destId="{0C2569DA-93CF-468D-BE7F-A31ABF0AD958}" srcOrd="4" destOrd="0" presId="urn:microsoft.com/office/officeart/2018/2/layout/IconVerticalSolidList"/>
    <dgm:cxn modelId="{EEAC62B5-8B83-489A-943A-37DAA431E367}" type="presParOf" srcId="{0C2569DA-93CF-468D-BE7F-A31ABF0AD958}" destId="{BFFF5B24-FB78-4B44-846F-26F6604ADFAA}" srcOrd="0" destOrd="0" presId="urn:microsoft.com/office/officeart/2018/2/layout/IconVerticalSolidList"/>
    <dgm:cxn modelId="{E7718A12-E97E-4C48-B173-FAAE463016CF}" type="presParOf" srcId="{0C2569DA-93CF-468D-BE7F-A31ABF0AD958}" destId="{85846C32-6FF7-49CA-A683-B6BA9258D686}" srcOrd="1" destOrd="0" presId="urn:microsoft.com/office/officeart/2018/2/layout/IconVerticalSolidList"/>
    <dgm:cxn modelId="{78E88A52-697E-43EE-8FE4-76EBA8E52B2D}" type="presParOf" srcId="{0C2569DA-93CF-468D-BE7F-A31ABF0AD958}" destId="{AC602224-3CF5-4938-9779-8949E1E3CE00}" srcOrd="2" destOrd="0" presId="urn:microsoft.com/office/officeart/2018/2/layout/IconVerticalSolidList"/>
    <dgm:cxn modelId="{06EAF112-C2B3-4E6F-A4AA-BA9BA557A2B1}" type="presParOf" srcId="{0C2569DA-93CF-468D-BE7F-A31ABF0AD958}" destId="{2C913AAF-E6C8-4957-BFFD-9193A3101454}" srcOrd="3" destOrd="0" presId="urn:microsoft.com/office/officeart/2018/2/layout/IconVerticalSolidList"/>
    <dgm:cxn modelId="{D801CE41-E174-49C9-84B2-FD0A651A4B0A}" type="presParOf" srcId="{34783230-25FE-479F-A9DC-B556CE68D899}" destId="{8EEE616E-CCC7-4767-AF5F-F704927D95DA}" srcOrd="5" destOrd="0" presId="urn:microsoft.com/office/officeart/2018/2/layout/IconVerticalSolidList"/>
    <dgm:cxn modelId="{B09CB92B-9FAE-410E-82E9-DF2BC95D6A13}" type="presParOf" srcId="{34783230-25FE-479F-A9DC-B556CE68D899}" destId="{CA63EDE6-9B64-47E4-9281-7E85664625AE}" srcOrd="6" destOrd="0" presId="urn:microsoft.com/office/officeart/2018/2/layout/IconVerticalSolidList"/>
    <dgm:cxn modelId="{2B2529E8-1633-48C1-A7C4-F2897811184E}" type="presParOf" srcId="{CA63EDE6-9B64-47E4-9281-7E85664625AE}" destId="{461F0362-B1E1-47AB-A068-6152AC302ABA}" srcOrd="0" destOrd="0" presId="urn:microsoft.com/office/officeart/2018/2/layout/IconVerticalSolidList"/>
    <dgm:cxn modelId="{7C6016BD-EF56-41AA-A59C-3013AE457F1E}" type="presParOf" srcId="{CA63EDE6-9B64-47E4-9281-7E85664625AE}" destId="{BBA7413A-2E64-41FC-AAD8-D21369112316}" srcOrd="1" destOrd="0" presId="urn:microsoft.com/office/officeart/2018/2/layout/IconVerticalSolidList"/>
    <dgm:cxn modelId="{3409CF14-C904-4C57-B322-84A186D01820}" type="presParOf" srcId="{CA63EDE6-9B64-47E4-9281-7E85664625AE}" destId="{E85F34F8-8662-498E-949F-BA8D8DEED29A}" srcOrd="2" destOrd="0" presId="urn:microsoft.com/office/officeart/2018/2/layout/IconVerticalSolidList"/>
    <dgm:cxn modelId="{D5C1DD7F-7B3D-4E71-A671-7580DB0126ED}" type="presParOf" srcId="{CA63EDE6-9B64-47E4-9281-7E85664625AE}" destId="{85BA415F-C6FC-4772-8EE2-0E161E3245F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66CC1-7528-4C99-BC0E-196389CDC01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936507-2F08-45D4-BE50-356378007AB1}">
      <dgm:prSet custT="1"/>
      <dgm:spPr/>
      <dgm:t>
        <a:bodyPr/>
        <a:lstStyle/>
        <a:p>
          <a:pPr>
            <a:lnSpc>
              <a:spcPct val="100000"/>
            </a:lnSpc>
          </a:pPr>
          <a:r>
            <a:rPr lang="en-US" sz="1400" b="1" dirty="0"/>
            <a:t>Objective:</a:t>
          </a:r>
          <a:r>
            <a:rPr lang="en-US" sz="1400" dirty="0"/>
            <a:t> To evaluate and compare various deep learning models for face classification and validation.</a:t>
          </a:r>
        </a:p>
      </dgm:t>
    </dgm:pt>
    <dgm:pt modelId="{797F9506-C8C0-4F15-A9A1-6747067B000C}" type="parTrans" cxnId="{B0A0880D-AE1D-4393-B5C5-A37A9577580A}">
      <dgm:prSet/>
      <dgm:spPr/>
      <dgm:t>
        <a:bodyPr/>
        <a:lstStyle/>
        <a:p>
          <a:endParaRPr lang="en-US" sz="2400"/>
        </a:p>
      </dgm:t>
    </dgm:pt>
    <dgm:pt modelId="{91637BA1-735D-46A7-BEBA-E44B9BADAAFD}" type="sibTrans" cxnId="{B0A0880D-AE1D-4393-B5C5-A37A9577580A}">
      <dgm:prSet/>
      <dgm:spPr/>
      <dgm:t>
        <a:bodyPr/>
        <a:lstStyle/>
        <a:p>
          <a:endParaRPr lang="en-US" sz="2400"/>
        </a:p>
      </dgm:t>
    </dgm:pt>
    <dgm:pt modelId="{D8DF5BB6-7AF1-4400-AE0D-4FBDE9158763}">
      <dgm:prSet custT="1"/>
      <dgm:spPr/>
      <dgm:t>
        <a:bodyPr/>
        <a:lstStyle/>
        <a:p>
          <a:pPr>
            <a:lnSpc>
              <a:spcPct val="100000"/>
            </a:lnSpc>
          </a:pPr>
          <a:r>
            <a:rPr lang="en-US" sz="1400" b="1" dirty="0"/>
            <a:t>Dataset:</a:t>
          </a:r>
          <a:r>
            <a:rPr lang="en-US" sz="1400" dirty="0"/>
            <a:t> Curated dataset of 18 faces, about 100 images each.</a:t>
          </a:r>
        </a:p>
      </dgm:t>
    </dgm:pt>
    <dgm:pt modelId="{8EA2F7EE-CDE0-4BC1-B321-B0315F02684D}" type="parTrans" cxnId="{CB44984C-ABED-4460-A7A2-A1050F06D2B9}">
      <dgm:prSet/>
      <dgm:spPr/>
      <dgm:t>
        <a:bodyPr/>
        <a:lstStyle/>
        <a:p>
          <a:endParaRPr lang="en-US" sz="2400"/>
        </a:p>
      </dgm:t>
    </dgm:pt>
    <dgm:pt modelId="{901E40FE-1EAF-4DE8-9FC5-4F21DE598074}" type="sibTrans" cxnId="{CB44984C-ABED-4460-A7A2-A1050F06D2B9}">
      <dgm:prSet/>
      <dgm:spPr/>
      <dgm:t>
        <a:bodyPr/>
        <a:lstStyle/>
        <a:p>
          <a:endParaRPr lang="en-US" sz="2400"/>
        </a:p>
      </dgm:t>
    </dgm:pt>
    <dgm:pt modelId="{6352B8CE-6777-46CD-9A2E-AA4A3ECA5CD9}">
      <dgm:prSet custT="1"/>
      <dgm:spPr/>
      <dgm:t>
        <a:bodyPr/>
        <a:lstStyle/>
        <a:p>
          <a:pPr>
            <a:lnSpc>
              <a:spcPct val="100000"/>
            </a:lnSpc>
          </a:pPr>
          <a:r>
            <a:rPr lang="en-US" sz="1400" b="1" dirty="0"/>
            <a:t>Goals:</a:t>
          </a:r>
          <a:r>
            <a:rPr lang="en-US" sz="1400" dirty="0"/>
            <a:t> Understand performance, analyze generalization/overfitting and develop a reproducible evaluation framework.</a:t>
          </a:r>
        </a:p>
      </dgm:t>
    </dgm:pt>
    <dgm:pt modelId="{BD6199E0-2D2D-4600-8296-08684546CC6C}" type="parTrans" cxnId="{48786107-9118-4D9D-B4AA-912393E291DA}">
      <dgm:prSet/>
      <dgm:spPr/>
      <dgm:t>
        <a:bodyPr/>
        <a:lstStyle/>
        <a:p>
          <a:endParaRPr lang="en-US" sz="2400"/>
        </a:p>
      </dgm:t>
    </dgm:pt>
    <dgm:pt modelId="{6BCBB66B-332D-4101-BC6A-2FEEDB1BE293}" type="sibTrans" cxnId="{48786107-9118-4D9D-B4AA-912393E291DA}">
      <dgm:prSet/>
      <dgm:spPr/>
      <dgm:t>
        <a:bodyPr/>
        <a:lstStyle/>
        <a:p>
          <a:endParaRPr lang="en-US" sz="2400"/>
        </a:p>
      </dgm:t>
    </dgm:pt>
    <dgm:pt modelId="{D2E46FB0-9727-4DBB-9956-7A853E198C9D}">
      <dgm:prSet custT="1"/>
      <dgm:spPr/>
      <dgm:t>
        <a:bodyPr/>
        <a:lstStyle/>
        <a:p>
          <a:pPr>
            <a:lnSpc>
              <a:spcPct val="100000"/>
            </a:lnSpc>
          </a:pPr>
          <a:r>
            <a:rPr lang="en-US" sz="1400" b="1" dirty="0"/>
            <a:t>Question:</a:t>
          </a:r>
          <a:r>
            <a:rPr lang="en-US" sz="1400" dirty="0"/>
            <a:t> What are the options for less powerful devices like smartphones or laptops to use non-proprietary models (Apple or Microsoft) and implementations.</a:t>
          </a:r>
        </a:p>
      </dgm:t>
    </dgm:pt>
    <dgm:pt modelId="{C1512072-046D-4DC4-AAF7-548E7D02AD67}" type="parTrans" cxnId="{B49C1338-1C33-44B4-B162-659089BE3E05}">
      <dgm:prSet/>
      <dgm:spPr/>
      <dgm:t>
        <a:bodyPr/>
        <a:lstStyle/>
        <a:p>
          <a:endParaRPr lang="en-US" sz="2400"/>
        </a:p>
      </dgm:t>
    </dgm:pt>
    <dgm:pt modelId="{892709AB-93AC-4E27-9CF3-3C3C89160FDD}" type="sibTrans" cxnId="{B49C1338-1C33-44B4-B162-659089BE3E05}">
      <dgm:prSet/>
      <dgm:spPr/>
      <dgm:t>
        <a:bodyPr/>
        <a:lstStyle/>
        <a:p>
          <a:endParaRPr lang="en-US" sz="2400"/>
        </a:p>
      </dgm:t>
    </dgm:pt>
    <dgm:pt modelId="{CCDC832A-B2C2-4475-BC1D-34F330289FBC}" type="pres">
      <dgm:prSet presAssocID="{31466CC1-7528-4C99-BC0E-196389CDC01C}" presName="root" presStyleCnt="0">
        <dgm:presLayoutVars>
          <dgm:dir/>
          <dgm:resizeHandles val="exact"/>
        </dgm:presLayoutVars>
      </dgm:prSet>
      <dgm:spPr/>
    </dgm:pt>
    <dgm:pt modelId="{99930D30-A7CF-47A2-8626-8A62E892E57B}" type="pres">
      <dgm:prSet presAssocID="{9F936507-2F08-45D4-BE50-356378007AB1}" presName="compNode" presStyleCnt="0"/>
      <dgm:spPr/>
    </dgm:pt>
    <dgm:pt modelId="{4B7ABE31-8676-46EA-9E41-1C94CCEA8B72}" type="pres">
      <dgm:prSet presAssocID="{9F936507-2F08-45D4-BE50-356378007AB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D4AEB749-10DD-4C74-9CE9-BF9D94F085CC}" type="pres">
      <dgm:prSet presAssocID="{9F936507-2F08-45D4-BE50-356378007AB1}" presName="spaceRect" presStyleCnt="0"/>
      <dgm:spPr/>
    </dgm:pt>
    <dgm:pt modelId="{7E82227A-7058-43FD-B496-205C77650A2F}" type="pres">
      <dgm:prSet presAssocID="{9F936507-2F08-45D4-BE50-356378007AB1}" presName="textRect" presStyleLbl="revTx" presStyleIdx="0" presStyleCnt="4">
        <dgm:presLayoutVars>
          <dgm:chMax val="1"/>
          <dgm:chPref val="1"/>
        </dgm:presLayoutVars>
      </dgm:prSet>
      <dgm:spPr/>
    </dgm:pt>
    <dgm:pt modelId="{65F95EA8-D7E4-41A1-9B84-848C2EACA7CD}" type="pres">
      <dgm:prSet presAssocID="{91637BA1-735D-46A7-BEBA-E44B9BADAAFD}" presName="sibTrans" presStyleCnt="0"/>
      <dgm:spPr/>
    </dgm:pt>
    <dgm:pt modelId="{C5563A1D-7076-4BC7-94FF-D7700D0FDE4F}" type="pres">
      <dgm:prSet presAssocID="{D8DF5BB6-7AF1-4400-AE0D-4FBDE9158763}" presName="compNode" presStyleCnt="0"/>
      <dgm:spPr/>
    </dgm:pt>
    <dgm:pt modelId="{8A43641D-8ADC-42FD-BCC6-7155A8C483EE}" type="pres">
      <dgm:prSet presAssocID="{D8DF5BB6-7AF1-4400-AE0D-4FBDE915876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4D9BA3B7-E3ED-4090-8C65-08CFCD100585}" type="pres">
      <dgm:prSet presAssocID="{D8DF5BB6-7AF1-4400-AE0D-4FBDE9158763}" presName="spaceRect" presStyleCnt="0"/>
      <dgm:spPr/>
    </dgm:pt>
    <dgm:pt modelId="{385DE5B3-261B-4B43-9672-0DB4644D3AA0}" type="pres">
      <dgm:prSet presAssocID="{D8DF5BB6-7AF1-4400-AE0D-4FBDE9158763}" presName="textRect" presStyleLbl="revTx" presStyleIdx="1" presStyleCnt="4">
        <dgm:presLayoutVars>
          <dgm:chMax val="1"/>
          <dgm:chPref val="1"/>
        </dgm:presLayoutVars>
      </dgm:prSet>
      <dgm:spPr/>
    </dgm:pt>
    <dgm:pt modelId="{3D590A38-FB13-45E8-A66F-A33ED8AB2937}" type="pres">
      <dgm:prSet presAssocID="{901E40FE-1EAF-4DE8-9FC5-4F21DE598074}" presName="sibTrans" presStyleCnt="0"/>
      <dgm:spPr/>
    </dgm:pt>
    <dgm:pt modelId="{5037593B-3C6D-4F55-BEA8-3791E46A9439}" type="pres">
      <dgm:prSet presAssocID="{6352B8CE-6777-46CD-9A2E-AA4A3ECA5CD9}" presName="compNode" presStyleCnt="0"/>
      <dgm:spPr/>
    </dgm:pt>
    <dgm:pt modelId="{B198870B-020C-40FD-BDC8-311EC6E88DCA}" type="pres">
      <dgm:prSet presAssocID="{6352B8CE-6777-46CD-9A2E-AA4A3ECA5CD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97728648-B457-4CD1-8604-8994769A8B98}" type="pres">
      <dgm:prSet presAssocID="{6352B8CE-6777-46CD-9A2E-AA4A3ECA5CD9}" presName="spaceRect" presStyleCnt="0"/>
      <dgm:spPr/>
    </dgm:pt>
    <dgm:pt modelId="{7ED8CF45-1330-4FFE-8041-F417B7DB56CE}" type="pres">
      <dgm:prSet presAssocID="{6352B8CE-6777-46CD-9A2E-AA4A3ECA5CD9}" presName="textRect" presStyleLbl="revTx" presStyleIdx="2" presStyleCnt="4">
        <dgm:presLayoutVars>
          <dgm:chMax val="1"/>
          <dgm:chPref val="1"/>
        </dgm:presLayoutVars>
      </dgm:prSet>
      <dgm:spPr/>
    </dgm:pt>
    <dgm:pt modelId="{CDFD33ED-D1A2-45F4-B1A0-4639A84A09FA}" type="pres">
      <dgm:prSet presAssocID="{6BCBB66B-332D-4101-BC6A-2FEEDB1BE293}" presName="sibTrans" presStyleCnt="0"/>
      <dgm:spPr/>
    </dgm:pt>
    <dgm:pt modelId="{3C89AB52-D2A2-4DF5-A781-4B61A44AFA98}" type="pres">
      <dgm:prSet presAssocID="{D2E46FB0-9727-4DBB-9956-7A853E198C9D}" presName="compNode" presStyleCnt="0"/>
      <dgm:spPr/>
    </dgm:pt>
    <dgm:pt modelId="{C16B5265-6030-4708-A527-89DEE6644389}" type="pres">
      <dgm:prSet presAssocID="{D2E46FB0-9727-4DBB-9956-7A853E198C9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art Phone"/>
        </a:ext>
      </dgm:extLst>
    </dgm:pt>
    <dgm:pt modelId="{FB5980D7-90D3-4BE3-97F1-C0D3AA9608F8}" type="pres">
      <dgm:prSet presAssocID="{D2E46FB0-9727-4DBB-9956-7A853E198C9D}" presName="spaceRect" presStyleCnt="0"/>
      <dgm:spPr/>
    </dgm:pt>
    <dgm:pt modelId="{21A9C48F-7053-4D6F-B353-173E7014A1D9}" type="pres">
      <dgm:prSet presAssocID="{D2E46FB0-9727-4DBB-9956-7A853E198C9D}" presName="textRect" presStyleLbl="revTx" presStyleIdx="3" presStyleCnt="4">
        <dgm:presLayoutVars>
          <dgm:chMax val="1"/>
          <dgm:chPref val="1"/>
        </dgm:presLayoutVars>
      </dgm:prSet>
      <dgm:spPr/>
    </dgm:pt>
  </dgm:ptLst>
  <dgm:cxnLst>
    <dgm:cxn modelId="{48786107-9118-4D9D-B4AA-912393E291DA}" srcId="{31466CC1-7528-4C99-BC0E-196389CDC01C}" destId="{6352B8CE-6777-46CD-9A2E-AA4A3ECA5CD9}" srcOrd="2" destOrd="0" parTransId="{BD6199E0-2D2D-4600-8296-08684546CC6C}" sibTransId="{6BCBB66B-332D-4101-BC6A-2FEEDB1BE293}"/>
    <dgm:cxn modelId="{B0A0880D-AE1D-4393-B5C5-A37A9577580A}" srcId="{31466CC1-7528-4C99-BC0E-196389CDC01C}" destId="{9F936507-2F08-45D4-BE50-356378007AB1}" srcOrd="0" destOrd="0" parTransId="{797F9506-C8C0-4F15-A9A1-6747067B000C}" sibTransId="{91637BA1-735D-46A7-BEBA-E44B9BADAAFD}"/>
    <dgm:cxn modelId="{B49C1338-1C33-44B4-B162-659089BE3E05}" srcId="{31466CC1-7528-4C99-BC0E-196389CDC01C}" destId="{D2E46FB0-9727-4DBB-9956-7A853E198C9D}" srcOrd="3" destOrd="0" parTransId="{C1512072-046D-4DC4-AAF7-548E7D02AD67}" sibTransId="{892709AB-93AC-4E27-9CF3-3C3C89160FDD}"/>
    <dgm:cxn modelId="{44CF8140-67D5-46EA-969F-B78519516AEB}" type="presOf" srcId="{6352B8CE-6777-46CD-9A2E-AA4A3ECA5CD9}" destId="{7ED8CF45-1330-4FFE-8041-F417B7DB56CE}" srcOrd="0" destOrd="0" presId="urn:microsoft.com/office/officeart/2018/2/layout/IconLabelList"/>
    <dgm:cxn modelId="{CB44984C-ABED-4460-A7A2-A1050F06D2B9}" srcId="{31466CC1-7528-4C99-BC0E-196389CDC01C}" destId="{D8DF5BB6-7AF1-4400-AE0D-4FBDE9158763}" srcOrd="1" destOrd="0" parTransId="{8EA2F7EE-CDE0-4BC1-B321-B0315F02684D}" sibTransId="{901E40FE-1EAF-4DE8-9FC5-4F21DE598074}"/>
    <dgm:cxn modelId="{6F93808F-02FB-41A2-8AD3-AAA0EF0795DE}" type="presOf" srcId="{D2E46FB0-9727-4DBB-9956-7A853E198C9D}" destId="{21A9C48F-7053-4D6F-B353-173E7014A1D9}" srcOrd="0" destOrd="0" presId="urn:microsoft.com/office/officeart/2018/2/layout/IconLabelList"/>
    <dgm:cxn modelId="{3C3EB3DF-C272-4F88-8659-8D91F0BD5248}" type="presOf" srcId="{D8DF5BB6-7AF1-4400-AE0D-4FBDE9158763}" destId="{385DE5B3-261B-4B43-9672-0DB4644D3AA0}" srcOrd="0" destOrd="0" presId="urn:microsoft.com/office/officeart/2018/2/layout/IconLabelList"/>
    <dgm:cxn modelId="{9F0905EB-4C88-4C5B-9F8A-0883E311136C}" type="presOf" srcId="{31466CC1-7528-4C99-BC0E-196389CDC01C}" destId="{CCDC832A-B2C2-4475-BC1D-34F330289FBC}" srcOrd="0" destOrd="0" presId="urn:microsoft.com/office/officeart/2018/2/layout/IconLabelList"/>
    <dgm:cxn modelId="{6FBAA0F8-1D33-4960-ABDA-77246869D2BF}" type="presOf" srcId="{9F936507-2F08-45D4-BE50-356378007AB1}" destId="{7E82227A-7058-43FD-B496-205C77650A2F}" srcOrd="0" destOrd="0" presId="urn:microsoft.com/office/officeart/2018/2/layout/IconLabelList"/>
    <dgm:cxn modelId="{07512C92-97AE-4C0A-B6EB-78C4C7996EB2}" type="presParOf" srcId="{CCDC832A-B2C2-4475-BC1D-34F330289FBC}" destId="{99930D30-A7CF-47A2-8626-8A62E892E57B}" srcOrd="0" destOrd="0" presId="urn:microsoft.com/office/officeart/2018/2/layout/IconLabelList"/>
    <dgm:cxn modelId="{B7C8EFF1-CA19-4A4B-BB00-D9B49FC9533B}" type="presParOf" srcId="{99930D30-A7CF-47A2-8626-8A62E892E57B}" destId="{4B7ABE31-8676-46EA-9E41-1C94CCEA8B72}" srcOrd="0" destOrd="0" presId="urn:microsoft.com/office/officeart/2018/2/layout/IconLabelList"/>
    <dgm:cxn modelId="{C2EAA4A2-BDC7-4412-8BAF-958C51DFBAE3}" type="presParOf" srcId="{99930D30-A7CF-47A2-8626-8A62E892E57B}" destId="{D4AEB749-10DD-4C74-9CE9-BF9D94F085CC}" srcOrd="1" destOrd="0" presId="urn:microsoft.com/office/officeart/2018/2/layout/IconLabelList"/>
    <dgm:cxn modelId="{7A1E1F93-F9E7-4D0C-BE72-0F594EA65AD4}" type="presParOf" srcId="{99930D30-A7CF-47A2-8626-8A62E892E57B}" destId="{7E82227A-7058-43FD-B496-205C77650A2F}" srcOrd="2" destOrd="0" presId="urn:microsoft.com/office/officeart/2018/2/layout/IconLabelList"/>
    <dgm:cxn modelId="{2E129772-9A76-4F28-A604-6B353F9ACBCB}" type="presParOf" srcId="{CCDC832A-B2C2-4475-BC1D-34F330289FBC}" destId="{65F95EA8-D7E4-41A1-9B84-848C2EACA7CD}" srcOrd="1" destOrd="0" presId="urn:microsoft.com/office/officeart/2018/2/layout/IconLabelList"/>
    <dgm:cxn modelId="{89C13FC9-B48E-4FD8-A533-16298E24BA8F}" type="presParOf" srcId="{CCDC832A-B2C2-4475-BC1D-34F330289FBC}" destId="{C5563A1D-7076-4BC7-94FF-D7700D0FDE4F}" srcOrd="2" destOrd="0" presId="urn:microsoft.com/office/officeart/2018/2/layout/IconLabelList"/>
    <dgm:cxn modelId="{2DC0FBCC-8EAC-4EC2-8671-8A932CC4FF4F}" type="presParOf" srcId="{C5563A1D-7076-4BC7-94FF-D7700D0FDE4F}" destId="{8A43641D-8ADC-42FD-BCC6-7155A8C483EE}" srcOrd="0" destOrd="0" presId="urn:microsoft.com/office/officeart/2018/2/layout/IconLabelList"/>
    <dgm:cxn modelId="{9F9AE1E9-9C33-45F6-BCBC-2CF70D0389E6}" type="presParOf" srcId="{C5563A1D-7076-4BC7-94FF-D7700D0FDE4F}" destId="{4D9BA3B7-E3ED-4090-8C65-08CFCD100585}" srcOrd="1" destOrd="0" presId="urn:microsoft.com/office/officeart/2018/2/layout/IconLabelList"/>
    <dgm:cxn modelId="{0AD06724-4A38-4FED-AB31-443398406BC9}" type="presParOf" srcId="{C5563A1D-7076-4BC7-94FF-D7700D0FDE4F}" destId="{385DE5B3-261B-4B43-9672-0DB4644D3AA0}" srcOrd="2" destOrd="0" presId="urn:microsoft.com/office/officeart/2018/2/layout/IconLabelList"/>
    <dgm:cxn modelId="{1C194A11-DC89-4833-85CC-DFD81C18F02D}" type="presParOf" srcId="{CCDC832A-B2C2-4475-BC1D-34F330289FBC}" destId="{3D590A38-FB13-45E8-A66F-A33ED8AB2937}" srcOrd="3" destOrd="0" presId="urn:microsoft.com/office/officeart/2018/2/layout/IconLabelList"/>
    <dgm:cxn modelId="{2F8E475B-A167-4545-BBDA-0C42709DA51F}" type="presParOf" srcId="{CCDC832A-B2C2-4475-BC1D-34F330289FBC}" destId="{5037593B-3C6D-4F55-BEA8-3791E46A9439}" srcOrd="4" destOrd="0" presId="urn:microsoft.com/office/officeart/2018/2/layout/IconLabelList"/>
    <dgm:cxn modelId="{C45AA3A2-AEBB-4AFF-9498-8F8200DFCDFA}" type="presParOf" srcId="{5037593B-3C6D-4F55-BEA8-3791E46A9439}" destId="{B198870B-020C-40FD-BDC8-311EC6E88DCA}" srcOrd="0" destOrd="0" presId="urn:microsoft.com/office/officeart/2018/2/layout/IconLabelList"/>
    <dgm:cxn modelId="{B6FD40D4-DF64-4431-9882-53C04BFA5FCE}" type="presParOf" srcId="{5037593B-3C6D-4F55-BEA8-3791E46A9439}" destId="{97728648-B457-4CD1-8604-8994769A8B98}" srcOrd="1" destOrd="0" presId="urn:microsoft.com/office/officeart/2018/2/layout/IconLabelList"/>
    <dgm:cxn modelId="{C4C87B56-880E-4C91-891B-E2F0AF4E1780}" type="presParOf" srcId="{5037593B-3C6D-4F55-BEA8-3791E46A9439}" destId="{7ED8CF45-1330-4FFE-8041-F417B7DB56CE}" srcOrd="2" destOrd="0" presId="urn:microsoft.com/office/officeart/2018/2/layout/IconLabelList"/>
    <dgm:cxn modelId="{0BE26653-F862-44DF-BCA8-7F30D96A3FF1}" type="presParOf" srcId="{CCDC832A-B2C2-4475-BC1D-34F330289FBC}" destId="{CDFD33ED-D1A2-45F4-B1A0-4639A84A09FA}" srcOrd="5" destOrd="0" presId="urn:microsoft.com/office/officeart/2018/2/layout/IconLabelList"/>
    <dgm:cxn modelId="{62ADEC0B-CC42-4F73-A465-C08EAC7AB34E}" type="presParOf" srcId="{CCDC832A-B2C2-4475-BC1D-34F330289FBC}" destId="{3C89AB52-D2A2-4DF5-A781-4B61A44AFA98}" srcOrd="6" destOrd="0" presId="urn:microsoft.com/office/officeart/2018/2/layout/IconLabelList"/>
    <dgm:cxn modelId="{DF76CD5A-6805-4728-9FD0-DD5F05CB14BA}" type="presParOf" srcId="{3C89AB52-D2A2-4DF5-A781-4B61A44AFA98}" destId="{C16B5265-6030-4708-A527-89DEE6644389}" srcOrd="0" destOrd="0" presId="urn:microsoft.com/office/officeart/2018/2/layout/IconLabelList"/>
    <dgm:cxn modelId="{3BFA0364-5DE0-4D5C-BB8C-7D6D9DE5A3AC}" type="presParOf" srcId="{3C89AB52-D2A2-4DF5-A781-4B61A44AFA98}" destId="{FB5980D7-90D3-4BE3-97F1-C0D3AA9608F8}" srcOrd="1" destOrd="0" presId="urn:microsoft.com/office/officeart/2018/2/layout/IconLabelList"/>
    <dgm:cxn modelId="{0556DD78-C928-4A05-B04E-756FA914DCEC}" type="presParOf" srcId="{3C89AB52-D2A2-4DF5-A781-4B61A44AFA98}" destId="{21A9C48F-7053-4D6F-B353-173E7014A1D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833E1F-8E6C-44C1-9293-AC8237637C8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C742A894-B9D6-4090-9F0B-24868575947A}">
      <dgm:prSet custT="1"/>
      <dgm:spPr/>
      <dgm:t>
        <a:bodyPr/>
        <a:lstStyle/>
        <a:p>
          <a:pPr>
            <a:lnSpc>
              <a:spcPct val="100000"/>
            </a:lnSpc>
          </a:pPr>
          <a:r>
            <a:rPr lang="es-ES" sz="1400" b="1"/>
            <a:t>Original Dataset</a:t>
          </a:r>
          <a:endParaRPr lang="en-US" sz="1400"/>
        </a:p>
      </dgm:t>
    </dgm:pt>
    <dgm:pt modelId="{3577D2F8-6D38-4B05-82D3-219E36BBE679}" type="parTrans" cxnId="{3C817BD5-5E7B-44BD-A8F1-90967E1BC088}">
      <dgm:prSet/>
      <dgm:spPr/>
      <dgm:t>
        <a:bodyPr/>
        <a:lstStyle/>
        <a:p>
          <a:endParaRPr lang="en-US" sz="2400"/>
        </a:p>
      </dgm:t>
    </dgm:pt>
    <dgm:pt modelId="{685CE93D-7147-4460-8C39-D56DADA5DE22}" type="sibTrans" cxnId="{3C817BD5-5E7B-44BD-A8F1-90967E1BC088}">
      <dgm:prSet/>
      <dgm:spPr/>
      <dgm:t>
        <a:bodyPr/>
        <a:lstStyle/>
        <a:p>
          <a:pPr>
            <a:lnSpc>
              <a:spcPct val="100000"/>
            </a:lnSpc>
          </a:pPr>
          <a:endParaRPr lang="en-US" sz="2400"/>
        </a:p>
      </dgm:t>
    </dgm:pt>
    <dgm:pt modelId="{EF8CC0D6-0DE1-4CA5-A526-B1394E398A2D}">
      <dgm:prSet custT="1"/>
      <dgm:spPr/>
      <dgm:t>
        <a:bodyPr/>
        <a:lstStyle/>
        <a:p>
          <a:pPr>
            <a:lnSpc>
              <a:spcPct val="100000"/>
            </a:lnSpc>
          </a:pPr>
          <a:r>
            <a:rPr lang="es-ES" sz="1400" dirty="0"/>
            <a:t>The </a:t>
          </a:r>
          <a:r>
            <a:rPr lang="es-ES" sz="1400" dirty="0" err="1"/>
            <a:t>dataset</a:t>
          </a:r>
          <a:r>
            <a:rPr lang="es-ES" sz="1400" dirty="0"/>
            <a:t> </a:t>
          </a:r>
          <a:r>
            <a:rPr lang="es-ES" sz="1400" dirty="0" err="1"/>
            <a:t>contains</a:t>
          </a:r>
          <a:r>
            <a:rPr lang="es-ES" sz="1400" dirty="0"/>
            <a:t> 17 </a:t>
          </a:r>
          <a:r>
            <a:rPr lang="es-ES" sz="1400" dirty="0" err="1"/>
            <a:t>celebrities</a:t>
          </a:r>
          <a:r>
            <a:rPr lang="es-ES" sz="1400" dirty="0"/>
            <a:t> (100 </a:t>
          </a:r>
          <a:r>
            <a:rPr lang="es-ES" sz="1400" dirty="0" err="1"/>
            <a:t>images</a:t>
          </a:r>
          <a:r>
            <a:rPr lang="es-ES" sz="1400" dirty="0"/>
            <a:t> each) </a:t>
          </a:r>
          <a:r>
            <a:rPr lang="es-ES" sz="1400" dirty="0" err="1"/>
            <a:t>from</a:t>
          </a:r>
          <a:r>
            <a:rPr lang="es-ES" sz="1400" dirty="0"/>
            <a:t> </a:t>
          </a:r>
          <a:r>
            <a:rPr lang="es-ES" sz="1400" dirty="0" err="1">
              <a:hlinkClick xmlns:r="http://schemas.openxmlformats.org/officeDocument/2006/relationships" r:id="rId1"/>
            </a:rPr>
            <a:t>kaggle</a:t>
          </a:r>
          <a:r>
            <a:rPr lang="es-ES" sz="1400" dirty="0"/>
            <a:t> + the </a:t>
          </a:r>
          <a:r>
            <a:rPr lang="es-ES" sz="1400" dirty="0" err="1"/>
            <a:t>student</a:t>
          </a:r>
          <a:r>
            <a:rPr lang="es-ES" sz="1400" dirty="0"/>
            <a:t> </a:t>
          </a:r>
          <a:r>
            <a:rPr lang="es-ES" sz="1400" dirty="0" err="1"/>
            <a:t>images</a:t>
          </a:r>
          <a:r>
            <a:rPr lang="es-ES" sz="1400" dirty="0"/>
            <a:t> </a:t>
          </a:r>
          <a:r>
            <a:rPr lang="es-ES" sz="1400" dirty="0" err="1"/>
            <a:t>from</a:t>
          </a:r>
          <a:r>
            <a:rPr lang="es-ES" sz="1400" dirty="0"/>
            <a:t> a </a:t>
          </a:r>
          <a:r>
            <a:rPr lang="es-ES" sz="1400" dirty="0" err="1"/>
            <a:t>face</a:t>
          </a:r>
          <a:r>
            <a:rPr lang="es-ES" sz="1400" dirty="0"/>
            <a:t> </a:t>
          </a:r>
          <a:r>
            <a:rPr lang="es-ES" sz="1400" dirty="0" err="1"/>
            <a:t>scan</a:t>
          </a:r>
          <a:r>
            <a:rPr lang="es-ES" sz="1400" dirty="0"/>
            <a:t> video (300 </a:t>
          </a:r>
          <a:r>
            <a:rPr lang="es-ES" sz="1400" dirty="0" err="1"/>
            <a:t>images</a:t>
          </a:r>
          <a:r>
            <a:rPr lang="es-ES" sz="1400" dirty="0"/>
            <a:t>), </a:t>
          </a:r>
          <a:r>
            <a:rPr lang="es-ES" sz="1400" dirty="0" err="1"/>
            <a:t>totalling</a:t>
          </a:r>
          <a:r>
            <a:rPr lang="es-ES" sz="1400" dirty="0"/>
            <a:t> </a:t>
          </a:r>
          <a:r>
            <a:rPr lang="es-ES" sz="1400" dirty="0" err="1"/>
            <a:t>around</a:t>
          </a:r>
          <a:r>
            <a:rPr lang="es-ES" sz="1400" dirty="0"/>
            <a:t> 2000 </a:t>
          </a:r>
          <a:r>
            <a:rPr lang="es-ES" sz="1400" dirty="0" err="1"/>
            <a:t>images</a:t>
          </a:r>
          <a:r>
            <a:rPr lang="es-ES" sz="1400" dirty="0"/>
            <a:t>.</a:t>
          </a:r>
          <a:endParaRPr lang="en-US" sz="1400" dirty="0"/>
        </a:p>
      </dgm:t>
    </dgm:pt>
    <dgm:pt modelId="{02ED2583-7027-44DA-9493-A4301AD5EF33}" type="parTrans" cxnId="{67453933-4F83-4C32-9C87-8653F25E51DF}">
      <dgm:prSet/>
      <dgm:spPr/>
      <dgm:t>
        <a:bodyPr/>
        <a:lstStyle/>
        <a:p>
          <a:endParaRPr lang="en-US" sz="2400"/>
        </a:p>
      </dgm:t>
    </dgm:pt>
    <dgm:pt modelId="{2D5C9C6D-EF8E-4F3D-9B07-007B76C347C8}" type="sibTrans" cxnId="{67453933-4F83-4C32-9C87-8653F25E51DF}">
      <dgm:prSet/>
      <dgm:spPr/>
      <dgm:t>
        <a:bodyPr/>
        <a:lstStyle/>
        <a:p>
          <a:pPr>
            <a:lnSpc>
              <a:spcPct val="100000"/>
            </a:lnSpc>
          </a:pPr>
          <a:endParaRPr lang="en-US" sz="2400"/>
        </a:p>
      </dgm:t>
    </dgm:pt>
    <dgm:pt modelId="{EE72290F-8A4A-40E6-A59D-15CDD8647F9A}">
      <dgm:prSet custT="1"/>
      <dgm:spPr/>
      <dgm:t>
        <a:bodyPr/>
        <a:lstStyle/>
        <a:p>
          <a:pPr>
            <a:lnSpc>
              <a:spcPct val="100000"/>
            </a:lnSpc>
          </a:pPr>
          <a:r>
            <a:rPr lang="es-ES" sz="1400" dirty="0" err="1"/>
            <a:t>All</a:t>
          </a:r>
          <a:r>
            <a:rPr lang="es-ES" sz="1400" dirty="0"/>
            <a:t> </a:t>
          </a:r>
          <a:r>
            <a:rPr lang="es-ES" sz="1400" dirty="0" err="1"/>
            <a:t>images</a:t>
          </a:r>
          <a:r>
            <a:rPr lang="es-ES" sz="1400" dirty="0"/>
            <a:t> were </a:t>
          </a:r>
          <a:r>
            <a:rPr lang="es-ES" sz="1400" dirty="0" err="1"/>
            <a:t>pre-processed</a:t>
          </a:r>
          <a:r>
            <a:rPr lang="es-ES" sz="1400" dirty="0"/>
            <a:t> by using MTCNN </a:t>
          </a:r>
          <a:r>
            <a:rPr lang="es-ES" sz="1400" dirty="0" err="1"/>
            <a:t>for</a:t>
          </a:r>
          <a:r>
            <a:rPr lang="es-ES" sz="1400" dirty="0"/>
            <a:t> </a:t>
          </a:r>
          <a:r>
            <a:rPr lang="es-ES" sz="1400" dirty="0" err="1"/>
            <a:t>face</a:t>
          </a:r>
          <a:r>
            <a:rPr lang="es-ES" sz="1400" dirty="0"/>
            <a:t> </a:t>
          </a:r>
          <a:r>
            <a:rPr lang="es-ES" sz="1400" dirty="0" err="1"/>
            <a:t>detection</a:t>
          </a:r>
          <a:r>
            <a:rPr lang="es-ES" sz="1400" dirty="0"/>
            <a:t>, </a:t>
          </a:r>
          <a:r>
            <a:rPr lang="es-ES" sz="1400" dirty="0" err="1"/>
            <a:t>resizing</a:t>
          </a:r>
          <a:r>
            <a:rPr lang="es-ES" sz="1400" dirty="0"/>
            <a:t>, </a:t>
          </a:r>
          <a:r>
            <a:rPr lang="es-ES" sz="1400" dirty="0" err="1"/>
            <a:t>cropping</a:t>
          </a:r>
          <a:r>
            <a:rPr lang="es-ES" sz="1400" dirty="0"/>
            <a:t> (128x128) and </a:t>
          </a:r>
          <a:r>
            <a:rPr lang="es-ES" sz="1400" dirty="0" err="1"/>
            <a:t>normalization</a:t>
          </a:r>
          <a:r>
            <a:rPr lang="es-ES" sz="1400" dirty="0"/>
            <a:t>.</a:t>
          </a:r>
          <a:endParaRPr lang="en-US" sz="1400" dirty="0"/>
        </a:p>
      </dgm:t>
    </dgm:pt>
    <dgm:pt modelId="{93D6AE27-8A42-49ED-9803-50B39E97D39B}" type="parTrans" cxnId="{5ED1F5A1-693B-409D-AEA1-6BCA56F6A039}">
      <dgm:prSet/>
      <dgm:spPr/>
      <dgm:t>
        <a:bodyPr/>
        <a:lstStyle/>
        <a:p>
          <a:endParaRPr lang="en-US" sz="2400"/>
        </a:p>
      </dgm:t>
    </dgm:pt>
    <dgm:pt modelId="{765A8BB7-7641-4232-89AE-17D25C4667D2}" type="sibTrans" cxnId="{5ED1F5A1-693B-409D-AEA1-6BCA56F6A039}">
      <dgm:prSet/>
      <dgm:spPr/>
      <dgm:t>
        <a:bodyPr/>
        <a:lstStyle/>
        <a:p>
          <a:pPr>
            <a:lnSpc>
              <a:spcPct val="100000"/>
            </a:lnSpc>
          </a:pPr>
          <a:endParaRPr lang="en-US" sz="2400"/>
        </a:p>
      </dgm:t>
    </dgm:pt>
    <dgm:pt modelId="{D841A8B3-419E-4F95-A2CA-D8890784D638}">
      <dgm:prSet custT="1"/>
      <dgm:spPr/>
      <dgm:t>
        <a:bodyPr/>
        <a:lstStyle/>
        <a:p>
          <a:pPr>
            <a:lnSpc>
              <a:spcPct val="100000"/>
            </a:lnSpc>
          </a:pPr>
          <a:r>
            <a:rPr lang="es-ES" sz="1400" b="1"/>
            <a:t>Augmentation</a:t>
          </a:r>
          <a:endParaRPr lang="en-US" sz="1400"/>
        </a:p>
      </dgm:t>
    </dgm:pt>
    <dgm:pt modelId="{07C5A08A-A9F1-43F0-9DD2-E2EE0CE158E2}" type="parTrans" cxnId="{9AA72F48-EAD3-4302-A6F0-F6F3CB739864}">
      <dgm:prSet/>
      <dgm:spPr/>
      <dgm:t>
        <a:bodyPr/>
        <a:lstStyle/>
        <a:p>
          <a:endParaRPr lang="en-US" sz="2400"/>
        </a:p>
      </dgm:t>
    </dgm:pt>
    <dgm:pt modelId="{CBF8B125-421B-43FD-BD39-15F9C0DEECB6}" type="sibTrans" cxnId="{9AA72F48-EAD3-4302-A6F0-F6F3CB739864}">
      <dgm:prSet/>
      <dgm:spPr/>
      <dgm:t>
        <a:bodyPr/>
        <a:lstStyle/>
        <a:p>
          <a:pPr>
            <a:lnSpc>
              <a:spcPct val="100000"/>
            </a:lnSpc>
          </a:pPr>
          <a:endParaRPr lang="en-US" sz="2400"/>
        </a:p>
      </dgm:t>
    </dgm:pt>
    <dgm:pt modelId="{4A95669E-C187-4BA8-A001-F589D67985F1}">
      <dgm:prSet custT="1"/>
      <dgm:spPr/>
      <dgm:t>
        <a:bodyPr/>
        <a:lstStyle/>
        <a:p>
          <a:pPr>
            <a:lnSpc>
              <a:spcPct val="100000"/>
            </a:lnSpc>
          </a:pPr>
          <a:r>
            <a:rPr lang="es-ES" sz="1400" dirty="0" err="1"/>
            <a:t>Images</a:t>
          </a:r>
          <a:r>
            <a:rPr lang="es-ES" sz="1400" dirty="0"/>
            <a:t> </a:t>
          </a:r>
          <a:r>
            <a:rPr lang="es-ES" sz="1400" dirty="0" err="1"/>
            <a:t>augmented</a:t>
          </a:r>
          <a:r>
            <a:rPr lang="es-ES" sz="1400" dirty="0"/>
            <a:t> in 3 different </a:t>
          </a:r>
          <a:r>
            <a:rPr lang="es-ES" sz="1400" dirty="0" err="1"/>
            <a:t>ways</a:t>
          </a:r>
          <a:r>
            <a:rPr lang="es-ES" sz="1400" dirty="0"/>
            <a:t>: Horizontal </a:t>
          </a:r>
          <a:r>
            <a:rPr lang="es-ES" sz="1400" dirty="0" err="1"/>
            <a:t>flip</a:t>
          </a:r>
          <a:r>
            <a:rPr lang="es-ES" sz="1400" dirty="0"/>
            <a:t>, </a:t>
          </a:r>
          <a:r>
            <a:rPr lang="es-ES" sz="1400" dirty="0" err="1"/>
            <a:t>slight</a:t>
          </a:r>
          <a:r>
            <a:rPr lang="es-ES" sz="1400" dirty="0"/>
            <a:t> </a:t>
          </a:r>
          <a:r>
            <a:rPr lang="es-ES" sz="1400" dirty="0" err="1"/>
            <a:t>rotation</a:t>
          </a:r>
          <a:r>
            <a:rPr lang="es-ES" sz="1400" dirty="0"/>
            <a:t> and color </a:t>
          </a:r>
          <a:r>
            <a:rPr lang="es-ES" sz="1400" dirty="0" err="1"/>
            <a:t>jitter</a:t>
          </a:r>
          <a:endParaRPr lang="en-US" sz="1400" dirty="0"/>
        </a:p>
      </dgm:t>
    </dgm:pt>
    <dgm:pt modelId="{494DF21B-FB2C-4011-969E-3E638E3EB4AA}" type="parTrans" cxnId="{ABEBF803-6F35-438D-8745-1DCE66C8E825}">
      <dgm:prSet/>
      <dgm:spPr/>
      <dgm:t>
        <a:bodyPr/>
        <a:lstStyle/>
        <a:p>
          <a:endParaRPr lang="en-US" sz="2400"/>
        </a:p>
      </dgm:t>
    </dgm:pt>
    <dgm:pt modelId="{071EF3D5-B425-4CBD-A1C8-66D4D41D3AD9}" type="sibTrans" cxnId="{ABEBF803-6F35-438D-8745-1DCE66C8E825}">
      <dgm:prSet/>
      <dgm:spPr/>
      <dgm:t>
        <a:bodyPr/>
        <a:lstStyle/>
        <a:p>
          <a:pPr>
            <a:lnSpc>
              <a:spcPct val="100000"/>
            </a:lnSpc>
          </a:pPr>
          <a:endParaRPr lang="en-US" sz="2400"/>
        </a:p>
      </dgm:t>
    </dgm:pt>
    <dgm:pt modelId="{A0E0EB6D-500E-4544-B7ED-4B0F6C6169C6}">
      <dgm:prSet custT="1"/>
      <dgm:spPr/>
      <dgm:t>
        <a:bodyPr/>
        <a:lstStyle/>
        <a:p>
          <a:pPr>
            <a:lnSpc>
              <a:spcPct val="100000"/>
            </a:lnSpc>
          </a:pPr>
          <a:r>
            <a:rPr lang="es-ES" sz="1400" dirty="0"/>
            <a:t>This </a:t>
          </a:r>
          <a:r>
            <a:rPr lang="es-ES" sz="1400" dirty="0" err="1"/>
            <a:t>created</a:t>
          </a:r>
          <a:r>
            <a:rPr lang="es-ES" sz="1400" dirty="0"/>
            <a:t> </a:t>
          </a:r>
          <a:r>
            <a:rPr lang="es-ES" sz="1400" dirty="0" err="1"/>
            <a:t>for</a:t>
          </a:r>
          <a:r>
            <a:rPr lang="es-ES" sz="1400" dirty="0"/>
            <a:t> each original </a:t>
          </a:r>
          <a:r>
            <a:rPr lang="es-ES" sz="1400" dirty="0" err="1"/>
            <a:t>images</a:t>
          </a:r>
          <a:r>
            <a:rPr lang="es-ES" sz="1400" dirty="0"/>
            <a:t>, 3 extra </a:t>
          </a:r>
          <a:r>
            <a:rPr lang="es-ES" sz="1400" dirty="0" err="1"/>
            <a:t>augmented</a:t>
          </a:r>
          <a:r>
            <a:rPr lang="es-ES" sz="1400" dirty="0"/>
            <a:t>, </a:t>
          </a:r>
          <a:r>
            <a:rPr lang="es-ES" sz="1400" dirty="0" err="1"/>
            <a:t>totalling</a:t>
          </a:r>
          <a:r>
            <a:rPr lang="es-ES" sz="1400" dirty="0"/>
            <a:t> 2000 x 4 = 8000 </a:t>
          </a:r>
          <a:r>
            <a:rPr lang="es-ES" sz="1400" dirty="0" err="1"/>
            <a:t>images</a:t>
          </a:r>
          <a:endParaRPr lang="en-US" sz="1400" dirty="0"/>
        </a:p>
      </dgm:t>
    </dgm:pt>
    <dgm:pt modelId="{7530FA91-F3F2-4459-9793-7BD4E2BA96FB}" type="parTrans" cxnId="{9CF94E4A-275F-43E7-B677-7D9078DADBBF}">
      <dgm:prSet/>
      <dgm:spPr/>
      <dgm:t>
        <a:bodyPr/>
        <a:lstStyle/>
        <a:p>
          <a:endParaRPr lang="en-US" sz="2400"/>
        </a:p>
      </dgm:t>
    </dgm:pt>
    <dgm:pt modelId="{DC9F302A-2784-4D9C-BAB9-B7AF67C78AA4}" type="sibTrans" cxnId="{9CF94E4A-275F-43E7-B677-7D9078DADBBF}">
      <dgm:prSet/>
      <dgm:spPr/>
      <dgm:t>
        <a:bodyPr/>
        <a:lstStyle/>
        <a:p>
          <a:endParaRPr lang="en-US" sz="2400"/>
        </a:p>
      </dgm:t>
    </dgm:pt>
    <dgm:pt modelId="{B07E721A-4083-445C-8569-1B58D2CC93A8}" type="pres">
      <dgm:prSet presAssocID="{4E833E1F-8E6C-44C1-9293-AC8237637C81}" presName="root" presStyleCnt="0">
        <dgm:presLayoutVars>
          <dgm:dir/>
          <dgm:resizeHandles val="exact"/>
        </dgm:presLayoutVars>
      </dgm:prSet>
      <dgm:spPr/>
    </dgm:pt>
    <dgm:pt modelId="{2D1024B2-75D4-4125-8E9B-7546BCE0D490}" type="pres">
      <dgm:prSet presAssocID="{4E833E1F-8E6C-44C1-9293-AC8237637C81}" presName="container" presStyleCnt="0">
        <dgm:presLayoutVars>
          <dgm:dir/>
          <dgm:resizeHandles val="exact"/>
        </dgm:presLayoutVars>
      </dgm:prSet>
      <dgm:spPr/>
    </dgm:pt>
    <dgm:pt modelId="{1472D5DB-AD89-4212-B360-FDEAE4BD7BEA}" type="pres">
      <dgm:prSet presAssocID="{C742A894-B9D6-4090-9F0B-24868575947A}" presName="compNode" presStyleCnt="0"/>
      <dgm:spPr/>
    </dgm:pt>
    <dgm:pt modelId="{3FE4A51D-1D77-4410-A024-325A2BD983A0}" type="pres">
      <dgm:prSet presAssocID="{C742A894-B9D6-4090-9F0B-24868575947A}" presName="iconBgRect" presStyleLbl="bgShp" presStyleIdx="0" presStyleCnt="6"/>
      <dgm:spPr/>
    </dgm:pt>
    <dgm:pt modelId="{6CC57747-E686-4E5E-84D0-0CA7F6EB029D}" type="pres">
      <dgm:prSet presAssocID="{C742A894-B9D6-4090-9F0B-24868575947A}" presName="iconRect" presStyleLbl="node1" presStyleIdx="0" presStyleCnt="6"/>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atabase"/>
        </a:ext>
      </dgm:extLst>
    </dgm:pt>
    <dgm:pt modelId="{CE4E69F2-ED22-4053-8C3A-EF31DC4254DD}" type="pres">
      <dgm:prSet presAssocID="{C742A894-B9D6-4090-9F0B-24868575947A}" presName="spaceRect" presStyleCnt="0"/>
      <dgm:spPr/>
    </dgm:pt>
    <dgm:pt modelId="{DB9B6B26-3667-44BD-A9E8-C34B10A30FDD}" type="pres">
      <dgm:prSet presAssocID="{C742A894-B9D6-4090-9F0B-24868575947A}" presName="textRect" presStyleLbl="revTx" presStyleIdx="0" presStyleCnt="6">
        <dgm:presLayoutVars>
          <dgm:chMax val="1"/>
          <dgm:chPref val="1"/>
        </dgm:presLayoutVars>
      </dgm:prSet>
      <dgm:spPr/>
    </dgm:pt>
    <dgm:pt modelId="{CB131DA5-8B31-4CF4-ABCA-168308754560}" type="pres">
      <dgm:prSet presAssocID="{685CE93D-7147-4460-8C39-D56DADA5DE22}" presName="sibTrans" presStyleLbl="sibTrans2D1" presStyleIdx="0" presStyleCnt="0"/>
      <dgm:spPr/>
    </dgm:pt>
    <dgm:pt modelId="{86A1B516-028C-4AE7-9722-863497C9F946}" type="pres">
      <dgm:prSet presAssocID="{EF8CC0D6-0DE1-4CA5-A526-B1394E398A2D}" presName="compNode" presStyleCnt="0"/>
      <dgm:spPr/>
    </dgm:pt>
    <dgm:pt modelId="{1FE638C4-3D8B-4450-AEFD-EDFF5CAAC0F3}" type="pres">
      <dgm:prSet presAssocID="{EF8CC0D6-0DE1-4CA5-A526-B1394E398A2D}" presName="iconBgRect" presStyleLbl="bgShp" presStyleIdx="1" presStyleCnt="6"/>
      <dgm:spPr/>
    </dgm:pt>
    <dgm:pt modelId="{16C9ECDE-9A3B-495C-9466-5F90423CB6ED}" type="pres">
      <dgm:prSet presAssocID="{EF8CC0D6-0DE1-4CA5-A526-B1394E398A2D}" presName="iconRect" presStyleLbl="node1" presStyleIdx="1" presStyleCnt="6"/>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arget Audience"/>
        </a:ext>
      </dgm:extLst>
    </dgm:pt>
    <dgm:pt modelId="{AC6AC1E5-4B49-414C-8F84-1D239C4B73D3}" type="pres">
      <dgm:prSet presAssocID="{EF8CC0D6-0DE1-4CA5-A526-B1394E398A2D}" presName="spaceRect" presStyleCnt="0"/>
      <dgm:spPr/>
    </dgm:pt>
    <dgm:pt modelId="{3F067410-BA4A-4398-BBA9-0B0C99A3D9F7}" type="pres">
      <dgm:prSet presAssocID="{EF8CC0D6-0DE1-4CA5-A526-B1394E398A2D}" presName="textRect" presStyleLbl="revTx" presStyleIdx="1" presStyleCnt="6">
        <dgm:presLayoutVars>
          <dgm:chMax val="1"/>
          <dgm:chPref val="1"/>
        </dgm:presLayoutVars>
      </dgm:prSet>
      <dgm:spPr/>
    </dgm:pt>
    <dgm:pt modelId="{C14D92AE-6886-469E-B265-2DCCBE7F91B0}" type="pres">
      <dgm:prSet presAssocID="{2D5C9C6D-EF8E-4F3D-9B07-007B76C347C8}" presName="sibTrans" presStyleLbl="sibTrans2D1" presStyleIdx="0" presStyleCnt="0"/>
      <dgm:spPr/>
    </dgm:pt>
    <dgm:pt modelId="{D823FD33-BA48-46E5-B125-5548DFD3E691}" type="pres">
      <dgm:prSet presAssocID="{EE72290F-8A4A-40E6-A59D-15CDD8647F9A}" presName="compNode" presStyleCnt="0"/>
      <dgm:spPr/>
    </dgm:pt>
    <dgm:pt modelId="{BCDF2DFE-5272-4534-B2D5-C21F1A80F860}" type="pres">
      <dgm:prSet presAssocID="{EE72290F-8A4A-40E6-A59D-15CDD8647F9A}" presName="iconBgRect" presStyleLbl="bgShp" presStyleIdx="2" presStyleCnt="6"/>
      <dgm:spPr/>
    </dgm:pt>
    <dgm:pt modelId="{81F53331-3D08-4946-8488-D8F0FB0814B8}" type="pres">
      <dgm:prSet presAssocID="{EE72290F-8A4A-40E6-A59D-15CDD8647F9A}" presName="iconRect" presStyleLbl="node1" presStyleIdx="2" presStyleCnt="6"/>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Programmer"/>
        </a:ext>
      </dgm:extLst>
    </dgm:pt>
    <dgm:pt modelId="{EB5B48BF-C6E1-4FE0-BB07-4DB2552ADEF6}" type="pres">
      <dgm:prSet presAssocID="{EE72290F-8A4A-40E6-A59D-15CDD8647F9A}" presName="spaceRect" presStyleCnt="0"/>
      <dgm:spPr/>
    </dgm:pt>
    <dgm:pt modelId="{41B5CBA8-8B9D-4350-B18A-28E2ED9868D5}" type="pres">
      <dgm:prSet presAssocID="{EE72290F-8A4A-40E6-A59D-15CDD8647F9A}" presName="textRect" presStyleLbl="revTx" presStyleIdx="2" presStyleCnt="6">
        <dgm:presLayoutVars>
          <dgm:chMax val="1"/>
          <dgm:chPref val="1"/>
        </dgm:presLayoutVars>
      </dgm:prSet>
      <dgm:spPr/>
    </dgm:pt>
    <dgm:pt modelId="{D2654580-489A-4078-A01E-FB014CF32E6F}" type="pres">
      <dgm:prSet presAssocID="{765A8BB7-7641-4232-89AE-17D25C4667D2}" presName="sibTrans" presStyleLbl="sibTrans2D1" presStyleIdx="0" presStyleCnt="0"/>
      <dgm:spPr/>
    </dgm:pt>
    <dgm:pt modelId="{E7B87953-0903-4AD4-9BD0-336A4C7F615E}" type="pres">
      <dgm:prSet presAssocID="{D841A8B3-419E-4F95-A2CA-D8890784D638}" presName="compNode" presStyleCnt="0"/>
      <dgm:spPr/>
    </dgm:pt>
    <dgm:pt modelId="{3EFE1799-DDB7-402E-9202-0F78BD72CDF3}" type="pres">
      <dgm:prSet presAssocID="{D841A8B3-419E-4F95-A2CA-D8890784D638}" presName="iconBgRect" presStyleLbl="bgShp" presStyleIdx="3" presStyleCnt="6"/>
      <dgm:spPr/>
    </dgm:pt>
    <dgm:pt modelId="{34B909E5-48A0-493A-B192-4117202FF4C1}" type="pres">
      <dgm:prSet presAssocID="{D841A8B3-419E-4F95-A2CA-D8890784D638}" presName="iconRect" presStyleLbl="node1" presStyleIdx="3" presStyleCnt="6"/>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dgm:spPr>
      <dgm:extLst>
        <a:ext uri="{E40237B7-FDA0-4F09-8148-C483321AD2D9}">
          <dgm14:cNvPr xmlns:dgm14="http://schemas.microsoft.com/office/drawing/2010/diagram" id="0" name="" descr="Checkmark"/>
        </a:ext>
      </dgm:extLst>
    </dgm:pt>
    <dgm:pt modelId="{59D1AAE9-3989-478C-A8BB-FC8CE006C886}" type="pres">
      <dgm:prSet presAssocID="{D841A8B3-419E-4F95-A2CA-D8890784D638}" presName="spaceRect" presStyleCnt="0"/>
      <dgm:spPr/>
    </dgm:pt>
    <dgm:pt modelId="{DA65168C-7A39-49C8-B7B2-05F081ADF91D}" type="pres">
      <dgm:prSet presAssocID="{D841A8B3-419E-4F95-A2CA-D8890784D638}" presName="textRect" presStyleLbl="revTx" presStyleIdx="3" presStyleCnt="6">
        <dgm:presLayoutVars>
          <dgm:chMax val="1"/>
          <dgm:chPref val="1"/>
        </dgm:presLayoutVars>
      </dgm:prSet>
      <dgm:spPr/>
    </dgm:pt>
    <dgm:pt modelId="{EDEB6077-B545-4466-A1C2-36D8B3586960}" type="pres">
      <dgm:prSet presAssocID="{CBF8B125-421B-43FD-BD39-15F9C0DEECB6}" presName="sibTrans" presStyleLbl="sibTrans2D1" presStyleIdx="0" presStyleCnt="0"/>
      <dgm:spPr/>
    </dgm:pt>
    <dgm:pt modelId="{1AB9680D-6A41-433C-8C74-4CCC5704D4F8}" type="pres">
      <dgm:prSet presAssocID="{4A95669E-C187-4BA8-A001-F589D67985F1}" presName="compNode" presStyleCnt="0"/>
      <dgm:spPr/>
    </dgm:pt>
    <dgm:pt modelId="{0719B95B-DB8A-4991-996C-94CC27D3B720}" type="pres">
      <dgm:prSet presAssocID="{4A95669E-C187-4BA8-A001-F589D67985F1}" presName="iconBgRect" presStyleLbl="bgShp" presStyleIdx="4" presStyleCnt="6"/>
      <dgm:spPr/>
    </dgm:pt>
    <dgm:pt modelId="{1DC3FB17-6EC8-41D3-AFFC-C69E67C817D2}" type="pres">
      <dgm:prSet presAssocID="{4A95669E-C187-4BA8-A001-F589D67985F1}" presName="iconRect" presStyleLbl="node1" presStyleIdx="4" presStyleCnt="6"/>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dgm:spPr>
      <dgm:extLst>
        <a:ext uri="{E40237B7-FDA0-4F09-8148-C483321AD2D9}">
          <dgm14:cNvPr xmlns:dgm14="http://schemas.microsoft.com/office/drawing/2010/diagram" id="0" name="" descr="Virtual RealityHeadset"/>
        </a:ext>
      </dgm:extLst>
    </dgm:pt>
    <dgm:pt modelId="{F4BEE176-5AB8-458B-B388-43B7A5D7B23C}" type="pres">
      <dgm:prSet presAssocID="{4A95669E-C187-4BA8-A001-F589D67985F1}" presName="spaceRect" presStyleCnt="0"/>
      <dgm:spPr/>
    </dgm:pt>
    <dgm:pt modelId="{82A7D8F0-581C-4F32-A234-5A931474A267}" type="pres">
      <dgm:prSet presAssocID="{4A95669E-C187-4BA8-A001-F589D67985F1}" presName="textRect" presStyleLbl="revTx" presStyleIdx="4" presStyleCnt="6">
        <dgm:presLayoutVars>
          <dgm:chMax val="1"/>
          <dgm:chPref val="1"/>
        </dgm:presLayoutVars>
      </dgm:prSet>
      <dgm:spPr/>
    </dgm:pt>
    <dgm:pt modelId="{7F056F18-BEEA-4D3F-9A82-E29F42CE7FB9}" type="pres">
      <dgm:prSet presAssocID="{071EF3D5-B425-4CBD-A1C8-66D4D41D3AD9}" presName="sibTrans" presStyleLbl="sibTrans2D1" presStyleIdx="0" presStyleCnt="0"/>
      <dgm:spPr/>
    </dgm:pt>
    <dgm:pt modelId="{E642622D-0B1E-48AB-BA43-BFB1CDBE0C1A}" type="pres">
      <dgm:prSet presAssocID="{A0E0EB6D-500E-4544-B7ED-4B0F6C6169C6}" presName="compNode" presStyleCnt="0"/>
      <dgm:spPr/>
    </dgm:pt>
    <dgm:pt modelId="{DC46319C-2AE8-4A9A-818C-35F58FBE8866}" type="pres">
      <dgm:prSet presAssocID="{A0E0EB6D-500E-4544-B7ED-4B0F6C6169C6}" presName="iconBgRect" presStyleLbl="bgShp" presStyleIdx="5" presStyleCnt="6"/>
      <dgm:spPr/>
    </dgm:pt>
    <dgm:pt modelId="{33E8F410-2B9C-4BB4-92F9-C69EA3327493}" type="pres">
      <dgm:prSet presAssocID="{A0E0EB6D-500E-4544-B7ED-4B0F6C6169C6}" presName="iconRect" presStyleLbl="node1" presStyleIdx="5" presStyleCnt="6"/>
      <dgm:spPr>
        <a:blipFill>
          <a:blip xmlns:r="http://schemas.openxmlformats.org/officeDocument/2006/relationships"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dgm:spPr>
      <dgm:extLst>
        <a:ext uri="{E40237B7-FDA0-4F09-8148-C483321AD2D9}">
          <dgm14:cNvPr xmlns:dgm14="http://schemas.microsoft.com/office/drawing/2010/diagram" id="0" name="" descr="Image"/>
        </a:ext>
      </dgm:extLst>
    </dgm:pt>
    <dgm:pt modelId="{679DF841-663F-4014-A573-7A75319F3FBC}" type="pres">
      <dgm:prSet presAssocID="{A0E0EB6D-500E-4544-B7ED-4B0F6C6169C6}" presName="spaceRect" presStyleCnt="0"/>
      <dgm:spPr/>
    </dgm:pt>
    <dgm:pt modelId="{0413D78E-D22B-4EB6-99D3-1595A420D49B}" type="pres">
      <dgm:prSet presAssocID="{A0E0EB6D-500E-4544-B7ED-4B0F6C6169C6}" presName="textRect" presStyleLbl="revTx" presStyleIdx="5" presStyleCnt="6">
        <dgm:presLayoutVars>
          <dgm:chMax val="1"/>
          <dgm:chPref val="1"/>
        </dgm:presLayoutVars>
      </dgm:prSet>
      <dgm:spPr/>
    </dgm:pt>
  </dgm:ptLst>
  <dgm:cxnLst>
    <dgm:cxn modelId="{ABEBF803-6F35-438D-8745-1DCE66C8E825}" srcId="{4E833E1F-8E6C-44C1-9293-AC8237637C81}" destId="{4A95669E-C187-4BA8-A001-F589D67985F1}" srcOrd="4" destOrd="0" parTransId="{494DF21B-FB2C-4011-969E-3E638E3EB4AA}" sibTransId="{071EF3D5-B425-4CBD-A1C8-66D4D41D3AD9}"/>
    <dgm:cxn modelId="{9D55A817-92F9-47AB-A57D-08E94E2FF876}" type="presOf" srcId="{A0E0EB6D-500E-4544-B7ED-4B0F6C6169C6}" destId="{0413D78E-D22B-4EB6-99D3-1595A420D49B}" srcOrd="0" destOrd="0" presId="urn:microsoft.com/office/officeart/2018/2/layout/IconCircleList"/>
    <dgm:cxn modelId="{4E4F6830-8DD3-4906-ACE0-FFC1C2E12540}" type="presOf" srcId="{C742A894-B9D6-4090-9F0B-24868575947A}" destId="{DB9B6B26-3667-44BD-A9E8-C34B10A30FDD}" srcOrd="0" destOrd="0" presId="urn:microsoft.com/office/officeart/2018/2/layout/IconCircleList"/>
    <dgm:cxn modelId="{67453933-4F83-4C32-9C87-8653F25E51DF}" srcId="{4E833E1F-8E6C-44C1-9293-AC8237637C81}" destId="{EF8CC0D6-0DE1-4CA5-A526-B1394E398A2D}" srcOrd="1" destOrd="0" parTransId="{02ED2583-7027-44DA-9493-A4301AD5EF33}" sibTransId="{2D5C9C6D-EF8E-4F3D-9B07-007B76C347C8}"/>
    <dgm:cxn modelId="{C1ADF75E-8103-4BF9-ADC7-4122E965B4E9}" type="presOf" srcId="{EF8CC0D6-0DE1-4CA5-A526-B1394E398A2D}" destId="{3F067410-BA4A-4398-BBA9-0B0C99A3D9F7}" srcOrd="0" destOrd="0" presId="urn:microsoft.com/office/officeart/2018/2/layout/IconCircleList"/>
    <dgm:cxn modelId="{6820F061-1033-477A-88DA-89A2385191CD}" type="presOf" srcId="{4A95669E-C187-4BA8-A001-F589D67985F1}" destId="{82A7D8F0-581C-4F32-A234-5A931474A267}" srcOrd="0" destOrd="0" presId="urn:microsoft.com/office/officeart/2018/2/layout/IconCircleList"/>
    <dgm:cxn modelId="{9AA72F48-EAD3-4302-A6F0-F6F3CB739864}" srcId="{4E833E1F-8E6C-44C1-9293-AC8237637C81}" destId="{D841A8B3-419E-4F95-A2CA-D8890784D638}" srcOrd="3" destOrd="0" parTransId="{07C5A08A-A9F1-43F0-9DD2-E2EE0CE158E2}" sibTransId="{CBF8B125-421B-43FD-BD39-15F9C0DEECB6}"/>
    <dgm:cxn modelId="{9CF94E4A-275F-43E7-B677-7D9078DADBBF}" srcId="{4E833E1F-8E6C-44C1-9293-AC8237637C81}" destId="{A0E0EB6D-500E-4544-B7ED-4B0F6C6169C6}" srcOrd="5" destOrd="0" parTransId="{7530FA91-F3F2-4459-9793-7BD4E2BA96FB}" sibTransId="{DC9F302A-2784-4D9C-BAB9-B7AF67C78AA4}"/>
    <dgm:cxn modelId="{AEE5F685-A33E-46C6-AAC4-F072275F4DE2}" type="presOf" srcId="{2D5C9C6D-EF8E-4F3D-9B07-007B76C347C8}" destId="{C14D92AE-6886-469E-B265-2DCCBE7F91B0}" srcOrd="0" destOrd="0" presId="urn:microsoft.com/office/officeart/2018/2/layout/IconCircleList"/>
    <dgm:cxn modelId="{C8FE6392-B194-459C-AC3B-21BAE6546C38}" type="presOf" srcId="{CBF8B125-421B-43FD-BD39-15F9C0DEECB6}" destId="{EDEB6077-B545-4466-A1C2-36D8B3586960}" srcOrd="0" destOrd="0" presId="urn:microsoft.com/office/officeart/2018/2/layout/IconCircleList"/>
    <dgm:cxn modelId="{5DA6BA94-E800-4908-9828-C082FE0B836E}" type="presOf" srcId="{765A8BB7-7641-4232-89AE-17D25C4667D2}" destId="{D2654580-489A-4078-A01E-FB014CF32E6F}" srcOrd="0" destOrd="0" presId="urn:microsoft.com/office/officeart/2018/2/layout/IconCircleList"/>
    <dgm:cxn modelId="{B9A4A59C-6F72-4742-9440-D96E9EBE1F88}" type="presOf" srcId="{D841A8B3-419E-4F95-A2CA-D8890784D638}" destId="{DA65168C-7A39-49C8-B7B2-05F081ADF91D}" srcOrd="0" destOrd="0" presId="urn:microsoft.com/office/officeart/2018/2/layout/IconCircleList"/>
    <dgm:cxn modelId="{5ED1F5A1-693B-409D-AEA1-6BCA56F6A039}" srcId="{4E833E1F-8E6C-44C1-9293-AC8237637C81}" destId="{EE72290F-8A4A-40E6-A59D-15CDD8647F9A}" srcOrd="2" destOrd="0" parTransId="{93D6AE27-8A42-49ED-9803-50B39E97D39B}" sibTransId="{765A8BB7-7641-4232-89AE-17D25C4667D2}"/>
    <dgm:cxn modelId="{7EBA10AA-EE87-4BAA-A726-3F56F5556B91}" type="presOf" srcId="{685CE93D-7147-4460-8C39-D56DADA5DE22}" destId="{CB131DA5-8B31-4CF4-ABCA-168308754560}" srcOrd="0" destOrd="0" presId="urn:microsoft.com/office/officeart/2018/2/layout/IconCircleList"/>
    <dgm:cxn modelId="{36EB8DC8-293D-460C-9A03-7F4F80524AA6}" type="presOf" srcId="{071EF3D5-B425-4CBD-A1C8-66D4D41D3AD9}" destId="{7F056F18-BEEA-4D3F-9A82-E29F42CE7FB9}" srcOrd="0" destOrd="0" presId="urn:microsoft.com/office/officeart/2018/2/layout/IconCircleList"/>
    <dgm:cxn modelId="{7C1DF2D2-D94E-4301-A1DC-752598660997}" type="presOf" srcId="{EE72290F-8A4A-40E6-A59D-15CDD8647F9A}" destId="{41B5CBA8-8B9D-4350-B18A-28E2ED9868D5}" srcOrd="0" destOrd="0" presId="urn:microsoft.com/office/officeart/2018/2/layout/IconCircleList"/>
    <dgm:cxn modelId="{3C817BD5-5E7B-44BD-A8F1-90967E1BC088}" srcId="{4E833E1F-8E6C-44C1-9293-AC8237637C81}" destId="{C742A894-B9D6-4090-9F0B-24868575947A}" srcOrd="0" destOrd="0" parTransId="{3577D2F8-6D38-4B05-82D3-219E36BBE679}" sibTransId="{685CE93D-7147-4460-8C39-D56DADA5DE22}"/>
    <dgm:cxn modelId="{B9E05EDB-3BC9-487F-8788-278991E9A942}" type="presOf" srcId="{4E833E1F-8E6C-44C1-9293-AC8237637C81}" destId="{B07E721A-4083-445C-8569-1B58D2CC93A8}" srcOrd="0" destOrd="0" presId="urn:microsoft.com/office/officeart/2018/2/layout/IconCircleList"/>
    <dgm:cxn modelId="{D697ED1A-699A-4042-8899-900B436152B7}" type="presParOf" srcId="{B07E721A-4083-445C-8569-1B58D2CC93A8}" destId="{2D1024B2-75D4-4125-8E9B-7546BCE0D490}" srcOrd="0" destOrd="0" presId="urn:microsoft.com/office/officeart/2018/2/layout/IconCircleList"/>
    <dgm:cxn modelId="{4AC5D601-6F7F-4D02-AA0B-783D3025D2C0}" type="presParOf" srcId="{2D1024B2-75D4-4125-8E9B-7546BCE0D490}" destId="{1472D5DB-AD89-4212-B360-FDEAE4BD7BEA}" srcOrd="0" destOrd="0" presId="urn:microsoft.com/office/officeart/2018/2/layout/IconCircleList"/>
    <dgm:cxn modelId="{F1DB61DF-D2D6-4CA4-95E9-8CA27E1A7F80}" type="presParOf" srcId="{1472D5DB-AD89-4212-B360-FDEAE4BD7BEA}" destId="{3FE4A51D-1D77-4410-A024-325A2BD983A0}" srcOrd="0" destOrd="0" presId="urn:microsoft.com/office/officeart/2018/2/layout/IconCircleList"/>
    <dgm:cxn modelId="{49DA7B43-093F-4C66-8449-FCD3C4EA9B72}" type="presParOf" srcId="{1472D5DB-AD89-4212-B360-FDEAE4BD7BEA}" destId="{6CC57747-E686-4E5E-84D0-0CA7F6EB029D}" srcOrd="1" destOrd="0" presId="urn:microsoft.com/office/officeart/2018/2/layout/IconCircleList"/>
    <dgm:cxn modelId="{C41927DD-B98E-48A5-A5B7-AB7570DCFBDC}" type="presParOf" srcId="{1472D5DB-AD89-4212-B360-FDEAE4BD7BEA}" destId="{CE4E69F2-ED22-4053-8C3A-EF31DC4254DD}" srcOrd="2" destOrd="0" presId="urn:microsoft.com/office/officeart/2018/2/layout/IconCircleList"/>
    <dgm:cxn modelId="{232264B5-9EFB-4DB0-850F-5F45A81D14C9}" type="presParOf" srcId="{1472D5DB-AD89-4212-B360-FDEAE4BD7BEA}" destId="{DB9B6B26-3667-44BD-A9E8-C34B10A30FDD}" srcOrd="3" destOrd="0" presId="urn:microsoft.com/office/officeart/2018/2/layout/IconCircleList"/>
    <dgm:cxn modelId="{28557825-4777-427B-A92B-0F1C6793EF94}" type="presParOf" srcId="{2D1024B2-75D4-4125-8E9B-7546BCE0D490}" destId="{CB131DA5-8B31-4CF4-ABCA-168308754560}" srcOrd="1" destOrd="0" presId="urn:microsoft.com/office/officeart/2018/2/layout/IconCircleList"/>
    <dgm:cxn modelId="{DCEC2B68-4015-445C-8183-1EB949BD6A4C}" type="presParOf" srcId="{2D1024B2-75D4-4125-8E9B-7546BCE0D490}" destId="{86A1B516-028C-4AE7-9722-863497C9F946}" srcOrd="2" destOrd="0" presId="urn:microsoft.com/office/officeart/2018/2/layout/IconCircleList"/>
    <dgm:cxn modelId="{0784727A-EA66-475B-B924-4717660DC794}" type="presParOf" srcId="{86A1B516-028C-4AE7-9722-863497C9F946}" destId="{1FE638C4-3D8B-4450-AEFD-EDFF5CAAC0F3}" srcOrd="0" destOrd="0" presId="urn:microsoft.com/office/officeart/2018/2/layout/IconCircleList"/>
    <dgm:cxn modelId="{17642C10-7C23-4F74-9F47-F24D56F091E1}" type="presParOf" srcId="{86A1B516-028C-4AE7-9722-863497C9F946}" destId="{16C9ECDE-9A3B-495C-9466-5F90423CB6ED}" srcOrd="1" destOrd="0" presId="urn:microsoft.com/office/officeart/2018/2/layout/IconCircleList"/>
    <dgm:cxn modelId="{CA0EB52B-64BB-48BF-BD03-26834DC2DC7E}" type="presParOf" srcId="{86A1B516-028C-4AE7-9722-863497C9F946}" destId="{AC6AC1E5-4B49-414C-8F84-1D239C4B73D3}" srcOrd="2" destOrd="0" presId="urn:microsoft.com/office/officeart/2018/2/layout/IconCircleList"/>
    <dgm:cxn modelId="{63CCD9FB-9A6B-4C82-9243-DD143B7FDF06}" type="presParOf" srcId="{86A1B516-028C-4AE7-9722-863497C9F946}" destId="{3F067410-BA4A-4398-BBA9-0B0C99A3D9F7}" srcOrd="3" destOrd="0" presId="urn:microsoft.com/office/officeart/2018/2/layout/IconCircleList"/>
    <dgm:cxn modelId="{E83618BC-9354-41EE-AB8D-BAE82ABAF65D}" type="presParOf" srcId="{2D1024B2-75D4-4125-8E9B-7546BCE0D490}" destId="{C14D92AE-6886-469E-B265-2DCCBE7F91B0}" srcOrd="3" destOrd="0" presId="urn:microsoft.com/office/officeart/2018/2/layout/IconCircleList"/>
    <dgm:cxn modelId="{3B0CC011-86F2-4EDC-B3AB-BDC61295BCED}" type="presParOf" srcId="{2D1024B2-75D4-4125-8E9B-7546BCE0D490}" destId="{D823FD33-BA48-46E5-B125-5548DFD3E691}" srcOrd="4" destOrd="0" presId="urn:microsoft.com/office/officeart/2018/2/layout/IconCircleList"/>
    <dgm:cxn modelId="{E79F76FF-A8C7-4797-991B-E1F2B7D08EF8}" type="presParOf" srcId="{D823FD33-BA48-46E5-B125-5548DFD3E691}" destId="{BCDF2DFE-5272-4534-B2D5-C21F1A80F860}" srcOrd="0" destOrd="0" presId="urn:microsoft.com/office/officeart/2018/2/layout/IconCircleList"/>
    <dgm:cxn modelId="{DC678EF3-E115-4A10-A127-5104A5AD1EA6}" type="presParOf" srcId="{D823FD33-BA48-46E5-B125-5548DFD3E691}" destId="{81F53331-3D08-4946-8488-D8F0FB0814B8}" srcOrd="1" destOrd="0" presId="urn:microsoft.com/office/officeart/2018/2/layout/IconCircleList"/>
    <dgm:cxn modelId="{1BA38543-E90C-405D-9B4F-FED767FA0758}" type="presParOf" srcId="{D823FD33-BA48-46E5-B125-5548DFD3E691}" destId="{EB5B48BF-C6E1-4FE0-BB07-4DB2552ADEF6}" srcOrd="2" destOrd="0" presId="urn:microsoft.com/office/officeart/2018/2/layout/IconCircleList"/>
    <dgm:cxn modelId="{5081B780-2897-40C7-BA1A-2BE77E134A08}" type="presParOf" srcId="{D823FD33-BA48-46E5-B125-5548DFD3E691}" destId="{41B5CBA8-8B9D-4350-B18A-28E2ED9868D5}" srcOrd="3" destOrd="0" presId="urn:microsoft.com/office/officeart/2018/2/layout/IconCircleList"/>
    <dgm:cxn modelId="{06C709A8-3286-45E5-A364-44BE6CA97B17}" type="presParOf" srcId="{2D1024B2-75D4-4125-8E9B-7546BCE0D490}" destId="{D2654580-489A-4078-A01E-FB014CF32E6F}" srcOrd="5" destOrd="0" presId="urn:microsoft.com/office/officeart/2018/2/layout/IconCircleList"/>
    <dgm:cxn modelId="{E31FE21C-EC3A-46B8-A60A-C966D8B45E94}" type="presParOf" srcId="{2D1024B2-75D4-4125-8E9B-7546BCE0D490}" destId="{E7B87953-0903-4AD4-9BD0-336A4C7F615E}" srcOrd="6" destOrd="0" presId="urn:microsoft.com/office/officeart/2018/2/layout/IconCircleList"/>
    <dgm:cxn modelId="{9520E16A-A067-492E-8318-30C65F30D85D}" type="presParOf" srcId="{E7B87953-0903-4AD4-9BD0-336A4C7F615E}" destId="{3EFE1799-DDB7-402E-9202-0F78BD72CDF3}" srcOrd="0" destOrd="0" presId="urn:microsoft.com/office/officeart/2018/2/layout/IconCircleList"/>
    <dgm:cxn modelId="{E491691F-9558-448D-9088-00794A72CD12}" type="presParOf" srcId="{E7B87953-0903-4AD4-9BD0-336A4C7F615E}" destId="{34B909E5-48A0-493A-B192-4117202FF4C1}" srcOrd="1" destOrd="0" presId="urn:microsoft.com/office/officeart/2018/2/layout/IconCircleList"/>
    <dgm:cxn modelId="{DB2B0C65-1FA3-4158-A458-BF722E23A4EA}" type="presParOf" srcId="{E7B87953-0903-4AD4-9BD0-336A4C7F615E}" destId="{59D1AAE9-3989-478C-A8BB-FC8CE006C886}" srcOrd="2" destOrd="0" presId="urn:microsoft.com/office/officeart/2018/2/layout/IconCircleList"/>
    <dgm:cxn modelId="{E991B212-DD55-44EB-9DDD-017DF93EFCDA}" type="presParOf" srcId="{E7B87953-0903-4AD4-9BD0-336A4C7F615E}" destId="{DA65168C-7A39-49C8-B7B2-05F081ADF91D}" srcOrd="3" destOrd="0" presId="urn:microsoft.com/office/officeart/2018/2/layout/IconCircleList"/>
    <dgm:cxn modelId="{70C2A739-00B8-4694-ACE2-0EFA35EBE8F6}" type="presParOf" srcId="{2D1024B2-75D4-4125-8E9B-7546BCE0D490}" destId="{EDEB6077-B545-4466-A1C2-36D8B3586960}" srcOrd="7" destOrd="0" presId="urn:microsoft.com/office/officeart/2018/2/layout/IconCircleList"/>
    <dgm:cxn modelId="{C10786CB-BD01-4041-A3F0-D0431A2D6D71}" type="presParOf" srcId="{2D1024B2-75D4-4125-8E9B-7546BCE0D490}" destId="{1AB9680D-6A41-433C-8C74-4CCC5704D4F8}" srcOrd="8" destOrd="0" presId="urn:microsoft.com/office/officeart/2018/2/layout/IconCircleList"/>
    <dgm:cxn modelId="{3147E5B2-3B32-4D67-B59F-B147EA112899}" type="presParOf" srcId="{1AB9680D-6A41-433C-8C74-4CCC5704D4F8}" destId="{0719B95B-DB8A-4991-996C-94CC27D3B720}" srcOrd="0" destOrd="0" presId="urn:microsoft.com/office/officeart/2018/2/layout/IconCircleList"/>
    <dgm:cxn modelId="{6DD52913-CC54-4EA9-A2FF-E832E8740436}" type="presParOf" srcId="{1AB9680D-6A41-433C-8C74-4CCC5704D4F8}" destId="{1DC3FB17-6EC8-41D3-AFFC-C69E67C817D2}" srcOrd="1" destOrd="0" presId="urn:microsoft.com/office/officeart/2018/2/layout/IconCircleList"/>
    <dgm:cxn modelId="{DC2C81B6-B606-4D6E-954D-2E84851BAD0A}" type="presParOf" srcId="{1AB9680D-6A41-433C-8C74-4CCC5704D4F8}" destId="{F4BEE176-5AB8-458B-B388-43B7A5D7B23C}" srcOrd="2" destOrd="0" presId="urn:microsoft.com/office/officeart/2018/2/layout/IconCircleList"/>
    <dgm:cxn modelId="{5BD7FC0F-5EDD-41D2-99E4-02CD7ED749EB}" type="presParOf" srcId="{1AB9680D-6A41-433C-8C74-4CCC5704D4F8}" destId="{82A7D8F0-581C-4F32-A234-5A931474A267}" srcOrd="3" destOrd="0" presId="urn:microsoft.com/office/officeart/2018/2/layout/IconCircleList"/>
    <dgm:cxn modelId="{FED74ABF-1511-40B3-B9D5-AAAFD77A259D}" type="presParOf" srcId="{2D1024B2-75D4-4125-8E9B-7546BCE0D490}" destId="{7F056F18-BEEA-4D3F-9A82-E29F42CE7FB9}" srcOrd="9" destOrd="0" presId="urn:microsoft.com/office/officeart/2018/2/layout/IconCircleList"/>
    <dgm:cxn modelId="{6B3A3767-CB84-4BC1-999A-A097E40121A7}" type="presParOf" srcId="{2D1024B2-75D4-4125-8E9B-7546BCE0D490}" destId="{E642622D-0B1E-48AB-BA43-BFB1CDBE0C1A}" srcOrd="10" destOrd="0" presId="urn:microsoft.com/office/officeart/2018/2/layout/IconCircleList"/>
    <dgm:cxn modelId="{14E20B8A-0ED2-407C-BCE3-C0B1CFF3D6FE}" type="presParOf" srcId="{E642622D-0B1E-48AB-BA43-BFB1CDBE0C1A}" destId="{DC46319C-2AE8-4A9A-818C-35F58FBE8866}" srcOrd="0" destOrd="0" presId="urn:microsoft.com/office/officeart/2018/2/layout/IconCircleList"/>
    <dgm:cxn modelId="{AF023294-D0D7-4A30-99C9-0A31608E256E}" type="presParOf" srcId="{E642622D-0B1E-48AB-BA43-BFB1CDBE0C1A}" destId="{33E8F410-2B9C-4BB4-92F9-C69EA3327493}" srcOrd="1" destOrd="0" presId="urn:microsoft.com/office/officeart/2018/2/layout/IconCircleList"/>
    <dgm:cxn modelId="{9E235E0C-4381-4497-BD8B-7A810039972B}" type="presParOf" srcId="{E642622D-0B1E-48AB-BA43-BFB1CDBE0C1A}" destId="{679DF841-663F-4014-A573-7A75319F3FBC}" srcOrd="2" destOrd="0" presId="urn:microsoft.com/office/officeart/2018/2/layout/IconCircleList"/>
    <dgm:cxn modelId="{603A1753-FDE0-437D-822B-E860F3C71A4C}" type="presParOf" srcId="{E642622D-0B1E-48AB-BA43-BFB1CDBE0C1A}" destId="{0413D78E-D22B-4EB6-99D3-1595A420D49B}"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36E74AB-B08F-43DA-A324-EB00259E8563}"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0D01B57-D8F1-4AC0-ABD0-E11DCC279F24}">
      <dgm:prSet custT="1"/>
      <dgm:spPr/>
      <dgm:t>
        <a:bodyPr/>
        <a:lstStyle/>
        <a:p>
          <a:pPr>
            <a:lnSpc>
              <a:spcPct val="100000"/>
            </a:lnSpc>
          </a:pPr>
          <a:r>
            <a:rPr lang="en-US" sz="1400" b="1" dirty="0"/>
            <a:t>Classical Approaches:</a:t>
          </a:r>
          <a:r>
            <a:rPr lang="en-US" sz="1400" dirty="0"/>
            <a:t> </a:t>
          </a:r>
        </a:p>
        <a:p>
          <a:pPr>
            <a:lnSpc>
              <a:spcPct val="100000"/>
            </a:lnSpc>
          </a:pPr>
          <a:r>
            <a:rPr lang="en-US" sz="1400" dirty="0"/>
            <a:t>PCA, LBP </a:t>
          </a:r>
        </a:p>
      </dgm:t>
    </dgm:pt>
    <dgm:pt modelId="{5BFA1536-D373-4E53-885D-F738409D88F6}" type="parTrans" cxnId="{71437AC9-4EF7-40E9-9C9D-F044DB7C0F5F}">
      <dgm:prSet/>
      <dgm:spPr/>
      <dgm:t>
        <a:bodyPr/>
        <a:lstStyle/>
        <a:p>
          <a:endParaRPr lang="en-US" sz="2000"/>
        </a:p>
      </dgm:t>
    </dgm:pt>
    <dgm:pt modelId="{2E9B09AE-3AE8-4963-AB33-DD7EFCA175FB}" type="sibTrans" cxnId="{71437AC9-4EF7-40E9-9C9D-F044DB7C0F5F}">
      <dgm:prSet/>
      <dgm:spPr/>
      <dgm:t>
        <a:bodyPr/>
        <a:lstStyle/>
        <a:p>
          <a:endParaRPr lang="en-US" sz="2000"/>
        </a:p>
      </dgm:t>
    </dgm:pt>
    <dgm:pt modelId="{C472AE1B-91B8-43F4-BDDC-DD05E9E90D90}">
      <dgm:prSet custT="1"/>
      <dgm:spPr/>
      <dgm:t>
        <a:bodyPr/>
        <a:lstStyle/>
        <a:p>
          <a:pPr>
            <a:lnSpc>
              <a:spcPct val="100000"/>
            </a:lnSpc>
          </a:pPr>
          <a:r>
            <a:rPr lang="en-US" sz="1400" b="1" dirty="0"/>
            <a:t>Transfer Learning (CNN Baselines): </a:t>
          </a:r>
        </a:p>
        <a:p>
          <a:pPr>
            <a:lnSpc>
              <a:spcPct val="100000"/>
            </a:lnSpc>
          </a:pPr>
          <a:r>
            <a:rPr lang="en-US" sz="1400" dirty="0"/>
            <a:t>VGG16 base and fine-tuned, MobileNetV2</a:t>
          </a:r>
        </a:p>
      </dgm:t>
    </dgm:pt>
    <dgm:pt modelId="{4B445D0F-A562-473E-9E0A-39448FC81E56}" type="parTrans" cxnId="{A6928F0D-50EE-42C1-89FC-604A5EC13E79}">
      <dgm:prSet/>
      <dgm:spPr/>
      <dgm:t>
        <a:bodyPr/>
        <a:lstStyle/>
        <a:p>
          <a:endParaRPr lang="en-US" sz="2000"/>
        </a:p>
      </dgm:t>
    </dgm:pt>
    <dgm:pt modelId="{DAE554AD-321C-4BB6-BD13-ADECC8392F38}" type="sibTrans" cxnId="{A6928F0D-50EE-42C1-89FC-604A5EC13E79}">
      <dgm:prSet/>
      <dgm:spPr/>
      <dgm:t>
        <a:bodyPr/>
        <a:lstStyle/>
        <a:p>
          <a:endParaRPr lang="en-US" sz="2000"/>
        </a:p>
      </dgm:t>
    </dgm:pt>
    <dgm:pt modelId="{62D13F41-4ADF-400B-85BA-D433942EBF26}">
      <dgm:prSet custT="1"/>
      <dgm:spPr/>
      <dgm:t>
        <a:bodyPr/>
        <a:lstStyle/>
        <a:p>
          <a:pPr>
            <a:lnSpc>
              <a:spcPct val="100000"/>
            </a:lnSpc>
          </a:pPr>
          <a:r>
            <a:rPr lang="en-US" sz="1400" b="1" dirty="0"/>
            <a:t>Embedding-Based (State-of-the-Art):</a:t>
          </a:r>
        </a:p>
        <a:p>
          <a:pPr>
            <a:lnSpc>
              <a:spcPct val="100000"/>
            </a:lnSpc>
          </a:pPr>
          <a:r>
            <a:rPr lang="en-US" sz="1400" b="1" dirty="0"/>
            <a:t> </a:t>
          </a:r>
          <a:r>
            <a:rPr lang="en-US" sz="1400" dirty="0" err="1"/>
            <a:t>FaceNet</a:t>
          </a:r>
          <a:r>
            <a:rPr lang="en-US" sz="1400" dirty="0"/>
            <a:t>, </a:t>
          </a:r>
          <a:r>
            <a:rPr lang="en-US" sz="1400" dirty="0" err="1"/>
            <a:t>ArcFace</a:t>
          </a:r>
          <a:r>
            <a:rPr lang="en-US" sz="1400" dirty="0"/>
            <a:t> (with KNN classifier) </a:t>
          </a:r>
        </a:p>
      </dgm:t>
    </dgm:pt>
    <dgm:pt modelId="{17D951F5-BDAE-4353-A15C-1C707AA8094D}" type="parTrans" cxnId="{8DA79494-3533-4259-B45F-C3267A4A1DED}">
      <dgm:prSet/>
      <dgm:spPr/>
      <dgm:t>
        <a:bodyPr/>
        <a:lstStyle/>
        <a:p>
          <a:endParaRPr lang="en-US" sz="2000"/>
        </a:p>
      </dgm:t>
    </dgm:pt>
    <dgm:pt modelId="{897A2918-A0AB-4520-A626-3DAC10069032}" type="sibTrans" cxnId="{8DA79494-3533-4259-B45F-C3267A4A1DED}">
      <dgm:prSet/>
      <dgm:spPr/>
      <dgm:t>
        <a:bodyPr/>
        <a:lstStyle/>
        <a:p>
          <a:endParaRPr lang="en-US" sz="2000"/>
        </a:p>
      </dgm:t>
    </dgm:pt>
    <dgm:pt modelId="{ABA22A05-37A5-4C17-9FD3-6E3EA6AFE4EF}" type="pres">
      <dgm:prSet presAssocID="{F36E74AB-B08F-43DA-A324-EB00259E8563}" presName="root" presStyleCnt="0">
        <dgm:presLayoutVars>
          <dgm:dir/>
          <dgm:resizeHandles val="exact"/>
        </dgm:presLayoutVars>
      </dgm:prSet>
      <dgm:spPr/>
    </dgm:pt>
    <dgm:pt modelId="{53460DD3-0922-424C-BC4C-37748F83F3CF}" type="pres">
      <dgm:prSet presAssocID="{60D01B57-D8F1-4AC0-ABD0-E11DCC279F24}" presName="compNode" presStyleCnt="0"/>
      <dgm:spPr/>
    </dgm:pt>
    <dgm:pt modelId="{27F83623-1254-4146-9030-4D7E832796E4}" type="pres">
      <dgm:prSet presAssocID="{60D01B57-D8F1-4AC0-ABD0-E11DCC279F2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Circle"/>
        </a:ext>
      </dgm:extLst>
    </dgm:pt>
    <dgm:pt modelId="{32F31293-1CF3-4C0D-BB1C-BAD7E9774E1D}" type="pres">
      <dgm:prSet presAssocID="{60D01B57-D8F1-4AC0-ABD0-E11DCC279F24}" presName="spaceRect" presStyleCnt="0"/>
      <dgm:spPr/>
    </dgm:pt>
    <dgm:pt modelId="{5F046E03-7708-4400-9914-D0B34001E80F}" type="pres">
      <dgm:prSet presAssocID="{60D01B57-D8F1-4AC0-ABD0-E11DCC279F24}" presName="textRect" presStyleLbl="revTx" presStyleIdx="0" presStyleCnt="3">
        <dgm:presLayoutVars>
          <dgm:chMax val="1"/>
          <dgm:chPref val="1"/>
        </dgm:presLayoutVars>
      </dgm:prSet>
      <dgm:spPr/>
    </dgm:pt>
    <dgm:pt modelId="{241B5407-7A3C-43F9-89E5-A155EEEDAB49}" type="pres">
      <dgm:prSet presAssocID="{2E9B09AE-3AE8-4963-AB33-DD7EFCA175FB}" presName="sibTrans" presStyleCnt="0"/>
      <dgm:spPr/>
    </dgm:pt>
    <dgm:pt modelId="{4E58D980-28CB-4148-A366-66E6E40D7C0D}" type="pres">
      <dgm:prSet presAssocID="{C472AE1B-91B8-43F4-BDDC-DD05E9E90D90}" presName="compNode" presStyleCnt="0"/>
      <dgm:spPr/>
    </dgm:pt>
    <dgm:pt modelId="{640AA26C-64A4-4E47-9013-F84D4336875E}" type="pres">
      <dgm:prSet presAssocID="{C472AE1B-91B8-43F4-BDDC-DD05E9E90D9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levision"/>
        </a:ext>
      </dgm:extLst>
    </dgm:pt>
    <dgm:pt modelId="{0CC13DAD-3476-4138-B6AF-5CB2DC9EC6AF}" type="pres">
      <dgm:prSet presAssocID="{C472AE1B-91B8-43F4-BDDC-DD05E9E90D90}" presName="spaceRect" presStyleCnt="0"/>
      <dgm:spPr/>
    </dgm:pt>
    <dgm:pt modelId="{3062F43C-CB67-458A-B0D9-EC8611362765}" type="pres">
      <dgm:prSet presAssocID="{C472AE1B-91B8-43F4-BDDC-DD05E9E90D90}" presName="textRect" presStyleLbl="revTx" presStyleIdx="1" presStyleCnt="3">
        <dgm:presLayoutVars>
          <dgm:chMax val="1"/>
          <dgm:chPref val="1"/>
        </dgm:presLayoutVars>
      </dgm:prSet>
      <dgm:spPr/>
    </dgm:pt>
    <dgm:pt modelId="{B5636EC6-41B5-41B0-AD05-170FBB53358E}" type="pres">
      <dgm:prSet presAssocID="{DAE554AD-321C-4BB6-BD13-ADECC8392F38}" presName="sibTrans" presStyleCnt="0"/>
      <dgm:spPr/>
    </dgm:pt>
    <dgm:pt modelId="{4FD92FEB-EF15-4B1D-BB77-6FBBEABD25F6}" type="pres">
      <dgm:prSet presAssocID="{62D13F41-4ADF-400B-85BA-D433942EBF26}" presName="compNode" presStyleCnt="0"/>
      <dgm:spPr/>
    </dgm:pt>
    <dgm:pt modelId="{B7D88A36-E25D-4C00-AC68-091D4DEB5469}" type="pres">
      <dgm:prSet presAssocID="{62D13F41-4ADF-400B-85BA-D433942EBF2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lette"/>
        </a:ext>
      </dgm:extLst>
    </dgm:pt>
    <dgm:pt modelId="{430FA622-7E02-4EC4-A78C-D48AC8180E97}" type="pres">
      <dgm:prSet presAssocID="{62D13F41-4ADF-400B-85BA-D433942EBF26}" presName="spaceRect" presStyleCnt="0"/>
      <dgm:spPr/>
    </dgm:pt>
    <dgm:pt modelId="{21DC4253-31B6-463F-A93B-CE6332B2FF3E}" type="pres">
      <dgm:prSet presAssocID="{62D13F41-4ADF-400B-85BA-D433942EBF26}" presName="textRect" presStyleLbl="revTx" presStyleIdx="2" presStyleCnt="3">
        <dgm:presLayoutVars>
          <dgm:chMax val="1"/>
          <dgm:chPref val="1"/>
        </dgm:presLayoutVars>
      </dgm:prSet>
      <dgm:spPr/>
    </dgm:pt>
  </dgm:ptLst>
  <dgm:cxnLst>
    <dgm:cxn modelId="{18D1410D-AC1F-459E-AFD8-80CC676F49CE}" type="presOf" srcId="{60D01B57-D8F1-4AC0-ABD0-E11DCC279F24}" destId="{5F046E03-7708-4400-9914-D0B34001E80F}" srcOrd="0" destOrd="0" presId="urn:microsoft.com/office/officeart/2018/2/layout/IconLabelList"/>
    <dgm:cxn modelId="{A6928F0D-50EE-42C1-89FC-604A5EC13E79}" srcId="{F36E74AB-B08F-43DA-A324-EB00259E8563}" destId="{C472AE1B-91B8-43F4-BDDC-DD05E9E90D90}" srcOrd="1" destOrd="0" parTransId="{4B445D0F-A562-473E-9E0A-39448FC81E56}" sibTransId="{DAE554AD-321C-4BB6-BD13-ADECC8392F38}"/>
    <dgm:cxn modelId="{B07E6A0F-32FB-4A06-94D1-EE5E8AF2175B}" type="presOf" srcId="{F36E74AB-B08F-43DA-A324-EB00259E8563}" destId="{ABA22A05-37A5-4C17-9FD3-6E3EA6AFE4EF}" srcOrd="0" destOrd="0" presId="urn:microsoft.com/office/officeart/2018/2/layout/IconLabelList"/>
    <dgm:cxn modelId="{8DA79494-3533-4259-B45F-C3267A4A1DED}" srcId="{F36E74AB-B08F-43DA-A324-EB00259E8563}" destId="{62D13F41-4ADF-400B-85BA-D433942EBF26}" srcOrd="2" destOrd="0" parTransId="{17D951F5-BDAE-4353-A15C-1C707AA8094D}" sibTransId="{897A2918-A0AB-4520-A626-3DAC10069032}"/>
    <dgm:cxn modelId="{123F3FB0-FD7D-4BAF-B1A8-AA95D8815E73}" type="presOf" srcId="{62D13F41-4ADF-400B-85BA-D433942EBF26}" destId="{21DC4253-31B6-463F-A93B-CE6332B2FF3E}" srcOrd="0" destOrd="0" presId="urn:microsoft.com/office/officeart/2018/2/layout/IconLabelList"/>
    <dgm:cxn modelId="{71437AC9-4EF7-40E9-9C9D-F044DB7C0F5F}" srcId="{F36E74AB-B08F-43DA-A324-EB00259E8563}" destId="{60D01B57-D8F1-4AC0-ABD0-E11DCC279F24}" srcOrd="0" destOrd="0" parTransId="{5BFA1536-D373-4E53-885D-F738409D88F6}" sibTransId="{2E9B09AE-3AE8-4963-AB33-DD7EFCA175FB}"/>
    <dgm:cxn modelId="{087B57D1-4DD2-4EE0-AB2F-3E058C962F33}" type="presOf" srcId="{C472AE1B-91B8-43F4-BDDC-DD05E9E90D90}" destId="{3062F43C-CB67-458A-B0D9-EC8611362765}" srcOrd="0" destOrd="0" presId="urn:microsoft.com/office/officeart/2018/2/layout/IconLabelList"/>
    <dgm:cxn modelId="{A15BC548-17BB-47BF-86B6-C4C3D4599728}" type="presParOf" srcId="{ABA22A05-37A5-4C17-9FD3-6E3EA6AFE4EF}" destId="{53460DD3-0922-424C-BC4C-37748F83F3CF}" srcOrd="0" destOrd="0" presId="urn:microsoft.com/office/officeart/2018/2/layout/IconLabelList"/>
    <dgm:cxn modelId="{EDBDE06E-0A59-44F3-81A4-C73ED391D618}" type="presParOf" srcId="{53460DD3-0922-424C-BC4C-37748F83F3CF}" destId="{27F83623-1254-4146-9030-4D7E832796E4}" srcOrd="0" destOrd="0" presId="urn:microsoft.com/office/officeart/2018/2/layout/IconLabelList"/>
    <dgm:cxn modelId="{BB2415C3-8A8D-4F7F-87ED-2BB9837BF9AF}" type="presParOf" srcId="{53460DD3-0922-424C-BC4C-37748F83F3CF}" destId="{32F31293-1CF3-4C0D-BB1C-BAD7E9774E1D}" srcOrd="1" destOrd="0" presId="urn:microsoft.com/office/officeart/2018/2/layout/IconLabelList"/>
    <dgm:cxn modelId="{90CCA1F7-6505-4DEC-AA78-7AE942AE9380}" type="presParOf" srcId="{53460DD3-0922-424C-BC4C-37748F83F3CF}" destId="{5F046E03-7708-4400-9914-D0B34001E80F}" srcOrd="2" destOrd="0" presId="urn:microsoft.com/office/officeart/2018/2/layout/IconLabelList"/>
    <dgm:cxn modelId="{C1733211-8A46-4BF1-8972-DA6814BADC77}" type="presParOf" srcId="{ABA22A05-37A5-4C17-9FD3-6E3EA6AFE4EF}" destId="{241B5407-7A3C-43F9-89E5-A155EEEDAB49}" srcOrd="1" destOrd="0" presId="urn:microsoft.com/office/officeart/2018/2/layout/IconLabelList"/>
    <dgm:cxn modelId="{44CF8F0A-7504-4392-8DAA-836F482B6894}" type="presParOf" srcId="{ABA22A05-37A5-4C17-9FD3-6E3EA6AFE4EF}" destId="{4E58D980-28CB-4148-A366-66E6E40D7C0D}" srcOrd="2" destOrd="0" presId="urn:microsoft.com/office/officeart/2018/2/layout/IconLabelList"/>
    <dgm:cxn modelId="{7D47E048-361B-46A7-8082-4AAAF1B7FA4B}" type="presParOf" srcId="{4E58D980-28CB-4148-A366-66E6E40D7C0D}" destId="{640AA26C-64A4-4E47-9013-F84D4336875E}" srcOrd="0" destOrd="0" presId="urn:microsoft.com/office/officeart/2018/2/layout/IconLabelList"/>
    <dgm:cxn modelId="{B16AD2B8-CE8C-452E-968E-5B6CFDC8D670}" type="presParOf" srcId="{4E58D980-28CB-4148-A366-66E6E40D7C0D}" destId="{0CC13DAD-3476-4138-B6AF-5CB2DC9EC6AF}" srcOrd="1" destOrd="0" presId="urn:microsoft.com/office/officeart/2018/2/layout/IconLabelList"/>
    <dgm:cxn modelId="{5E6C3DD7-BE3B-45FF-94AC-8FE83703BC30}" type="presParOf" srcId="{4E58D980-28CB-4148-A366-66E6E40D7C0D}" destId="{3062F43C-CB67-458A-B0D9-EC8611362765}" srcOrd="2" destOrd="0" presId="urn:microsoft.com/office/officeart/2018/2/layout/IconLabelList"/>
    <dgm:cxn modelId="{8D9CF20C-1478-4BC5-9C53-5EBEAA5BC8BD}" type="presParOf" srcId="{ABA22A05-37A5-4C17-9FD3-6E3EA6AFE4EF}" destId="{B5636EC6-41B5-41B0-AD05-170FBB53358E}" srcOrd="3" destOrd="0" presId="urn:microsoft.com/office/officeart/2018/2/layout/IconLabelList"/>
    <dgm:cxn modelId="{D156B0A6-7E44-40EE-9607-29C8742EBD7F}" type="presParOf" srcId="{ABA22A05-37A5-4C17-9FD3-6E3EA6AFE4EF}" destId="{4FD92FEB-EF15-4B1D-BB77-6FBBEABD25F6}" srcOrd="4" destOrd="0" presId="urn:microsoft.com/office/officeart/2018/2/layout/IconLabelList"/>
    <dgm:cxn modelId="{B512483C-67BB-40FC-B79E-986C2A15D2D4}" type="presParOf" srcId="{4FD92FEB-EF15-4B1D-BB77-6FBBEABD25F6}" destId="{B7D88A36-E25D-4C00-AC68-091D4DEB5469}" srcOrd="0" destOrd="0" presId="urn:microsoft.com/office/officeart/2018/2/layout/IconLabelList"/>
    <dgm:cxn modelId="{42C40BB3-02A9-4F03-BD0A-EA8493F29893}" type="presParOf" srcId="{4FD92FEB-EF15-4B1D-BB77-6FBBEABD25F6}" destId="{430FA622-7E02-4EC4-A78C-D48AC8180E97}" srcOrd="1" destOrd="0" presId="urn:microsoft.com/office/officeart/2018/2/layout/IconLabelList"/>
    <dgm:cxn modelId="{A05F175D-7F0B-471B-A30F-0E5DD1480CE5}" type="presParOf" srcId="{4FD92FEB-EF15-4B1D-BB77-6FBBEABD25F6}" destId="{21DC4253-31B6-463F-A93B-CE6332B2FF3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77099E-15AC-4BCD-B7BB-6D41B9C5A199}">
      <dsp:nvSpPr>
        <dsp:cNvPr id="0" name=""/>
        <dsp:cNvSpPr/>
      </dsp:nvSpPr>
      <dsp:spPr>
        <a:xfrm>
          <a:off x="0" y="1906"/>
          <a:ext cx="10653713" cy="966068"/>
        </a:xfrm>
        <a:prstGeom prst="roundRect">
          <a:avLst>
            <a:gd name="adj" fmla="val 10000"/>
          </a:avLst>
        </a:prstGeom>
        <a:noFill/>
        <a:ln>
          <a:noFill/>
        </a:ln>
        <a:effectLst/>
      </dsp:spPr>
      <dsp:style>
        <a:lnRef idx="0">
          <a:scrgbClr r="0" g="0" b="0"/>
        </a:lnRef>
        <a:fillRef idx="1">
          <a:scrgbClr r="0" g="0" b="0"/>
        </a:fillRef>
        <a:effectRef idx="2">
          <a:scrgbClr r="0" g="0" b="0"/>
        </a:effectRef>
        <a:fontRef idx="minor"/>
      </dsp:style>
    </dsp:sp>
    <dsp:sp modelId="{BA2FB196-4C76-48C6-BB05-BCBE3397C6AD}">
      <dsp:nvSpPr>
        <dsp:cNvPr id="0" name=""/>
        <dsp:cNvSpPr/>
      </dsp:nvSpPr>
      <dsp:spPr>
        <a:xfrm>
          <a:off x="292235" y="219271"/>
          <a:ext cx="531337" cy="5313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5BDA56D-7CBC-43B8-B4DF-D381BA5DD066}">
      <dsp:nvSpPr>
        <dsp:cNvPr id="0" name=""/>
        <dsp:cNvSpPr/>
      </dsp:nvSpPr>
      <dsp:spPr>
        <a:xfrm>
          <a:off x="1115808" y="1906"/>
          <a:ext cx="9537904" cy="966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42" tIns="102242" rIns="102242" bIns="102242" numCol="1" spcCol="1270" anchor="ctr" anchorCtr="0">
          <a:noAutofit/>
        </a:bodyPr>
        <a:lstStyle/>
        <a:p>
          <a:pPr marL="0" lvl="0" indent="0" algn="l" defTabSz="711200">
            <a:lnSpc>
              <a:spcPct val="100000"/>
            </a:lnSpc>
            <a:spcBef>
              <a:spcPct val="0"/>
            </a:spcBef>
            <a:spcAft>
              <a:spcPct val="35000"/>
            </a:spcAft>
            <a:buNone/>
          </a:pPr>
          <a:r>
            <a:rPr lang="en-US" sz="1600" kern="1200" dirty="0"/>
            <a:t>Fundamental task in computer vision in which a model is capable to identify a face on an image and determine their identity by classification or comparison.</a:t>
          </a:r>
        </a:p>
      </dsp:txBody>
      <dsp:txXfrm>
        <a:off x="1115808" y="1906"/>
        <a:ext cx="9537904" cy="966068"/>
      </dsp:txXfrm>
    </dsp:sp>
    <dsp:sp modelId="{9F1F74CF-84F3-499C-9688-5193520742A9}">
      <dsp:nvSpPr>
        <dsp:cNvPr id="0" name=""/>
        <dsp:cNvSpPr/>
      </dsp:nvSpPr>
      <dsp:spPr>
        <a:xfrm>
          <a:off x="0" y="1209491"/>
          <a:ext cx="10653713" cy="966068"/>
        </a:xfrm>
        <a:prstGeom prst="roundRect">
          <a:avLst>
            <a:gd name="adj" fmla="val 10000"/>
          </a:avLst>
        </a:prstGeom>
        <a:noFill/>
        <a:ln>
          <a:noFill/>
        </a:ln>
        <a:effectLst/>
      </dsp:spPr>
      <dsp:style>
        <a:lnRef idx="0">
          <a:scrgbClr r="0" g="0" b="0"/>
        </a:lnRef>
        <a:fillRef idx="1">
          <a:scrgbClr r="0" g="0" b="0"/>
        </a:fillRef>
        <a:effectRef idx="2">
          <a:scrgbClr r="0" g="0" b="0"/>
        </a:effectRef>
        <a:fontRef idx="minor"/>
      </dsp:style>
    </dsp:sp>
    <dsp:sp modelId="{85BDE456-332E-447E-B231-9ABC9613FD0C}">
      <dsp:nvSpPr>
        <dsp:cNvPr id="0" name=""/>
        <dsp:cNvSpPr/>
      </dsp:nvSpPr>
      <dsp:spPr>
        <a:xfrm>
          <a:off x="292235" y="1426856"/>
          <a:ext cx="531337" cy="5313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3D469D6-71A3-41A9-8AF0-85D85C4BAB27}">
      <dsp:nvSpPr>
        <dsp:cNvPr id="0" name=""/>
        <dsp:cNvSpPr/>
      </dsp:nvSpPr>
      <dsp:spPr>
        <a:xfrm>
          <a:off x="1115808" y="1209491"/>
          <a:ext cx="9537904" cy="966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42" tIns="102242" rIns="102242" bIns="102242" numCol="1" spcCol="1270" anchor="ctr" anchorCtr="0">
          <a:noAutofit/>
        </a:bodyPr>
        <a:lstStyle/>
        <a:p>
          <a:pPr marL="0" lvl="0" indent="0" algn="l" defTabSz="711200">
            <a:lnSpc>
              <a:spcPct val="100000"/>
            </a:lnSpc>
            <a:spcBef>
              <a:spcPct val="0"/>
            </a:spcBef>
            <a:spcAft>
              <a:spcPct val="35000"/>
            </a:spcAft>
            <a:buNone/>
          </a:pPr>
          <a:r>
            <a:rPr lang="en-US" sz="1600" kern="1200"/>
            <a:t>Diverse applications, such as: device unlock, surveillance, access control, social media tagging...</a:t>
          </a:r>
        </a:p>
      </dsp:txBody>
      <dsp:txXfrm>
        <a:off x="1115808" y="1209491"/>
        <a:ext cx="9537904" cy="966068"/>
      </dsp:txXfrm>
    </dsp:sp>
    <dsp:sp modelId="{BFFF5B24-FB78-4B44-846F-26F6604ADFAA}">
      <dsp:nvSpPr>
        <dsp:cNvPr id="0" name=""/>
        <dsp:cNvSpPr/>
      </dsp:nvSpPr>
      <dsp:spPr>
        <a:xfrm>
          <a:off x="0" y="2417077"/>
          <a:ext cx="10653713" cy="966068"/>
        </a:xfrm>
        <a:prstGeom prst="roundRect">
          <a:avLst>
            <a:gd name="adj" fmla="val 10000"/>
          </a:avLst>
        </a:prstGeom>
        <a:noFill/>
        <a:ln>
          <a:noFill/>
        </a:ln>
        <a:effectLst/>
      </dsp:spPr>
      <dsp:style>
        <a:lnRef idx="0">
          <a:scrgbClr r="0" g="0" b="0"/>
        </a:lnRef>
        <a:fillRef idx="1">
          <a:scrgbClr r="0" g="0" b="0"/>
        </a:fillRef>
        <a:effectRef idx="2">
          <a:scrgbClr r="0" g="0" b="0"/>
        </a:effectRef>
        <a:fontRef idx="minor"/>
      </dsp:style>
    </dsp:sp>
    <dsp:sp modelId="{85846C32-6FF7-49CA-A683-B6BA9258D686}">
      <dsp:nvSpPr>
        <dsp:cNvPr id="0" name=""/>
        <dsp:cNvSpPr/>
      </dsp:nvSpPr>
      <dsp:spPr>
        <a:xfrm>
          <a:off x="292235" y="2634442"/>
          <a:ext cx="531337" cy="5313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2C913AAF-E6C8-4957-BFFD-9193A3101454}">
      <dsp:nvSpPr>
        <dsp:cNvPr id="0" name=""/>
        <dsp:cNvSpPr/>
      </dsp:nvSpPr>
      <dsp:spPr>
        <a:xfrm>
          <a:off x="1115808" y="2417077"/>
          <a:ext cx="9537904" cy="966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42" tIns="102242" rIns="102242" bIns="102242" numCol="1" spcCol="1270" anchor="ctr" anchorCtr="0">
          <a:noAutofit/>
        </a:bodyPr>
        <a:lstStyle/>
        <a:p>
          <a:pPr marL="0" lvl="0" indent="0" algn="l" defTabSz="711200">
            <a:lnSpc>
              <a:spcPct val="100000"/>
            </a:lnSpc>
            <a:spcBef>
              <a:spcPct val="0"/>
            </a:spcBef>
            <a:spcAft>
              <a:spcPct val="35000"/>
            </a:spcAft>
            <a:buNone/>
          </a:pPr>
          <a:r>
            <a:rPr lang="en-US" sz="1600" kern="1200"/>
            <a:t>This project focuses on the face detection and comparison between images for security and log-in functions.</a:t>
          </a:r>
        </a:p>
      </dsp:txBody>
      <dsp:txXfrm>
        <a:off x="1115808" y="2417077"/>
        <a:ext cx="9537904" cy="966068"/>
      </dsp:txXfrm>
    </dsp:sp>
    <dsp:sp modelId="{461F0362-B1E1-47AB-A068-6152AC302ABA}">
      <dsp:nvSpPr>
        <dsp:cNvPr id="0" name=""/>
        <dsp:cNvSpPr/>
      </dsp:nvSpPr>
      <dsp:spPr>
        <a:xfrm>
          <a:off x="0" y="3624662"/>
          <a:ext cx="10653713" cy="966068"/>
        </a:xfrm>
        <a:prstGeom prst="roundRect">
          <a:avLst>
            <a:gd name="adj" fmla="val 10000"/>
          </a:avLst>
        </a:prstGeom>
        <a:noFill/>
        <a:ln>
          <a:noFill/>
        </a:ln>
        <a:effectLst/>
      </dsp:spPr>
      <dsp:style>
        <a:lnRef idx="0">
          <a:scrgbClr r="0" g="0" b="0"/>
        </a:lnRef>
        <a:fillRef idx="1">
          <a:scrgbClr r="0" g="0" b="0"/>
        </a:fillRef>
        <a:effectRef idx="2">
          <a:scrgbClr r="0" g="0" b="0"/>
        </a:effectRef>
        <a:fontRef idx="minor"/>
      </dsp:style>
    </dsp:sp>
    <dsp:sp modelId="{BBA7413A-2E64-41FC-AAD8-D21369112316}">
      <dsp:nvSpPr>
        <dsp:cNvPr id="0" name=""/>
        <dsp:cNvSpPr/>
      </dsp:nvSpPr>
      <dsp:spPr>
        <a:xfrm>
          <a:off x="292235" y="3842027"/>
          <a:ext cx="531337" cy="53133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85BA415F-C6FC-4772-8EE2-0E161E3245FB}">
      <dsp:nvSpPr>
        <dsp:cNvPr id="0" name=""/>
        <dsp:cNvSpPr/>
      </dsp:nvSpPr>
      <dsp:spPr>
        <a:xfrm>
          <a:off x="1115808" y="3624662"/>
          <a:ext cx="9537904" cy="966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242" tIns="102242" rIns="102242" bIns="102242" numCol="1" spcCol="1270" anchor="ctr" anchorCtr="0">
          <a:noAutofit/>
        </a:bodyPr>
        <a:lstStyle/>
        <a:p>
          <a:pPr marL="0" lvl="0" indent="0" algn="l" defTabSz="711200">
            <a:lnSpc>
              <a:spcPct val="100000"/>
            </a:lnSpc>
            <a:spcBef>
              <a:spcPct val="0"/>
            </a:spcBef>
            <a:spcAft>
              <a:spcPct val="35000"/>
            </a:spcAft>
            <a:buNone/>
          </a:pPr>
          <a:r>
            <a:rPr lang="en-US" sz="1600" kern="1200"/>
            <a:t>Deep learning, especially CNNs, have boosted face recognition accuracy by learning robust facial features. These models outperform older methods, even under poor lighting or angle variations.</a:t>
          </a:r>
        </a:p>
      </dsp:txBody>
      <dsp:txXfrm>
        <a:off x="1115808" y="3624662"/>
        <a:ext cx="9537904" cy="9660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7ABE31-8676-46EA-9E41-1C94CCEA8B72}">
      <dsp:nvSpPr>
        <dsp:cNvPr id="0" name=""/>
        <dsp:cNvSpPr/>
      </dsp:nvSpPr>
      <dsp:spPr>
        <a:xfrm>
          <a:off x="649559" y="773917"/>
          <a:ext cx="1059010" cy="10590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82227A-7058-43FD-B496-205C77650A2F}">
      <dsp:nvSpPr>
        <dsp:cNvPr id="0" name=""/>
        <dsp:cNvSpPr/>
      </dsp:nvSpPr>
      <dsp:spPr>
        <a:xfrm>
          <a:off x="2386" y="2289876"/>
          <a:ext cx="2353357" cy="1528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Objective:</a:t>
          </a:r>
          <a:r>
            <a:rPr lang="en-US" sz="1400" kern="1200" dirty="0"/>
            <a:t> To evaluate and compare various deep learning models for face classification and validation.</a:t>
          </a:r>
        </a:p>
      </dsp:txBody>
      <dsp:txXfrm>
        <a:off x="2386" y="2289876"/>
        <a:ext cx="2353357" cy="1528843"/>
      </dsp:txXfrm>
    </dsp:sp>
    <dsp:sp modelId="{8A43641D-8ADC-42FD-BCC6-7155A8C483EE}">
      <dsp:nvSpPr>
        <dsp:cNvPr id="0" name=""/>
        <dsp:cNvSpPr/>
      </dsp:nvSpPr>
      <dsp:spPr>
        <a:xfrm>
          <a:off x="3414753" y="773917"/>
          <a:ext cx="1059010" cy="10590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5DE5B3-261B-4B43-9672-0DB4644D3AA0}">
      <dsp:nvSpPr>
        <dsp:cNvPr id="0" name=""/>
        <dsp:cNvSpPr/>
      </dsp:nvSpPr>
      <dsp:spPr>
        <a:xfrm>
          <a:off x="2767580" y="2289876"/>
          <a:ext cx="2353357" cy="1528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Dataset:</a:t>
          </a:r>
          <a:r>
            <a:rPr lang="en-US" sz="1400" kern="1200" dirty="0"/>
            <a:t> Curated dataset of 18 faces, about 100 images each.</a:t>
          </a:r>
        </a:p>
      </dsp:txBody>
      <dsp:txXfrm>
        <a:off x="2767580" y="2289876"/>
        <a:ext cx="2353357" cy="1528843"/>
      </dsp:txXfrm>
    </dsp:sp>
    <dsp:sp modelId="{B198870B-020C-40FD-BDC8-311EC6E88DCA}">
      <dsp:nvSpPr>
        <dsp:cNvPr id="0" name=""/>
        <dsp:cNvSpPr/>
      </dsp:nvSpPr>
      <dsp:spPr>
        <a:xfrm>
          <a:off x="6179948" y="773917"/>
          <a:ext cx="1059010" cy="10590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D8CF45-1330-4FFE-8041-F417B7DB56CE}">
      <dsp:nvSpPr>
        <dsp:cNvPr id="0" name=""/>
        <dsp:cNvSpPr/>
      </dsp:nvSpPr>
      <dsp:spPr>
        <a:xfrm>
          <a:off x="5532775" y="2289876"/>
          <a:ext cx="2353357" cy="1528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Goals:</a:t>
          </a:r>
          <a:r>
            <a:rPr lang="en-US" sz="1400" kern="1200" dirty="0"/>
            <a:t> Understand performance, analyze generalization/overfitting and develop a reproducible evaluation framework.</a:t>
          </a:r>
        </a:p>
      </dsp:txBody>
      <dsp:txXfrm>
        <a:off x="5532775" y="2289876"/>
        <a:ext cx="2353357" cy="1528843"/>
      </dsp:txXfrm>
    </dsp:sp>
    <dsp:sp modelId="{C16B5265-6030-4708-A527-89DEE6644389}">
      <dsp:nvSpPr>
        <dsp:cNvPr id="0" name=""/>
        <dsp:cNvSpPr/>
      </dsp:nvSpPr>
      <dsp:spPr>
        <a:xfrm>
          <a:off x="8945142" y="773917"/>
          <a:ext cx="1059010" cy="10590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A9C48F-7053-4D6F-B353-173E7014A1D9}">
      <dsp:nvSpPr>
        <dsp:cNvPr id="0" name=""/>
        <dsp:cNvSpPr/>
      </dsp:nvSpPr>
      <dsp:spPr>
        <a:xfrm>
          <a:off x="8297969" y="2289876"/>
          <a:ext cx="2353357" cy="1528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Question:</a:t>
          </a:r>
          <a:r>
            <a:rPr lang="en-US" sz="1400" kern="1200" dirty="0"/>
            <a:t> What are the options for less powerful devices like smartphones or laptops to use non-proprietary models (Apple or Microsoft) and implementations.</a:t>
          </a:r>
        </a:p>
      </dsp:txBody>
      <dsp:txXfrm>
        <a:off x="8297969" y="2289876"/>
        <a:ext cx="2353357" cy="15288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E4A51D-1D77-4410-A024-325A2BD983A0}">
      <dsp:nvSpPr>
        <dsp:cNvPr id="0" name=""/>
        <dsp:cNvSpPr/>
      </dsp:nvSpPr>
      <dsp:spPr>
        <a:xfrm>
          <a:off x="123748" y="754829"/>
          <a:ext cx="902075" cy="90207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C57747-E686-4E5E-84D0-0CA7F6EB029D}">
      <dsp:nvSpPr>
        <dsp:cNvPr id="0" name=""/>
        <dsp:cNvSpPr/>
      </dsp:nvSpPr>
      <dsp:spPr>
        <a:xfrm>
          <a:off x="313184" y="944265"/>
          <a:ext cx="523203" cy="5232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9B6B26-3667-44BD-A9E8-C34B10A30FDD}">
      <dsp:nvSpPr>
        <dsp:cNvPr id="0" name=""/>
        <dsp:cNvSpPr/>
      </dsp:nvSpPr>
      <dsp:spPr>
        <a:xfrm>
          <a:off x="1219125" y="754829"/>
          <a:ext cx="2126320" cy="902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s-ES" sz="1400" b="1" kern="1200"/>
            <a:t>Original Dataset</a:t>
          </a:r>
          <a:endParaRPr lang="en-US" sz="1400" kern="1200"/>
        </a:p>
      </dsp:txBody>
      <dsp:txXfrm>
        <a:off x="1219125" y="754829"/>
        <a:ext cx="2126320" cy="902075"/>
      </dsp:txXfrm>
    </dsp:sp>
    <dsp:sp modelId="{1FE638C4-3D8B-4450-AEFD-EDFF5CAAC0F3}">
      <dsp:nvSpPr>
        <dsp:cNvPr id="0" name=""/>
        <dsp:cNvSpPr/>
      </dsp:nvSpPr>
      <dsp:spPr>
        <a:xfrm>
          <a:off x="3715940" y="754829"/>
          <a:ext cx="902075" cy="90207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C9ECDE-9A3B-495C-9466-5F90423CB6ED}">
      <dsp:nvSpPr>
        <dsp:cNvPr id="0" name=""/>
        <dsp:cNvSpPr/>
      </dsp:nvSpPr>
      <dsp:spPr>
        <a:xfrm>
          <a:off x="3905376" y="944265"/>
          <a:ext cx="523203" cy="5232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067410-BA4A-4398-BBA9-0B0C99A3D9F7}">
      <dsp:nvSpPr>
        <dsp:cNvPr id="0" name=""/>
        <dsp:cNvSpPr/>
      </dsp:nvSpPr>
      <dsp:spPr>
        <a:xfrm>
          <a:off x="4811317" y="754829"/>
          <a:ext cx="2126320" cy="902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s-ES" sz="1400" kern="1200" dirty="0"/>
            <a:t>The </a:t>
          </a:r>
          <a:r>
            <a:rPr lang="es-ES" sz="1400" kern="1200" dirty="0" err="1"/>
            <a:t>dataset</a:t>
          </a:r>
          <a:r>
            <a:rPr lang="es-ES" sz="1400" kern="1200" dirty="0"/>
            <a:t> </a:t>
          </a:r>
          <a:r>
            <a:rPr lang="es-ES" sz="1400" kern="1200" dirty="0" err="1"/>
            <a:t>contains</a:t>
          </a:r>
          <a:r>
            <a:rPr lang="es-ES" sz="1400" kern="1200" dirty="0"/>
            <a:t> 17 </a:t>
          </a:r>
          <a:r>
            <a:rPr lang="es-ES" sz="1400" kern="1200" dirty="0" err="1"/>
            <a:t>celebrities</a:t>
          </a:r>
          <a:r>
            <a:rPr lang="es-ES" sz="1400" kern="1200" dirty="0"/>
            <a:t> (100 </a:t>
          </a:r>
          <a:r>
            <a:rPr lang="es-ES" sz="1400" kern="1200" dirty="0" err="1"/>
            <a:t>images</a:t>
          </a:r>
          <a:r>
            <a:rPr lang="es-ES" sz="1400" kern="1200" dirty="0"/>
            <a:t> each) </a:t>
          </a:r>
          <a:r>
            <a:rPr lang="es-ES" sz="1400" kern="1200" dirty="0" err="1"/>
            <a:t>from</a:t>
          </a:r>
          <a:r>
            <a:rPr lang="es-ES" sz="1400" kern="1200" dirty="0"/>
            <a:t> </a:t>
          </a:r>
          <a:r>
            <a:rPr lang="es-ES" sz="1400" kern="1200" dirty="0" err="1">
              <a:hlinkClick xmlns:r="http://schemas.openxmlformats.org/officeDocument/2006/relationships" r:id="rId5"/>
            </a:rPr>
            <a:t>kaggle</a:t>
          </a:r>
          <a:r>
            <a:rPr lang="es-ES" sz="1400" kern="1200" dirty="0"/>
            <a:t> + the </a:t>
          </a:r>
          <a:r>
            <a:rPr lang="es-ES" sz="1400" kern="1200" dirty="0" err="1"/>
            <a:t>student</a:t>
          </a:r>
          <a:r>
            <a:rPr lang="es-ES" sz="1400" kern="1200" dirty="0"/>
            <a:t> </a:t>
          </a:r>
          <a:r>
            <a:rPr lang="es-ES" sz="1400" kern="1200" dirty="0" err="1"/>
            <a:t>images</a:t>
          </a:r>
          <a:r>
            <a:rPr lang="es-ES" sz="1400" kern="1200" dirty="0"/>
            <a:t> </a:t>
          </a:r>
          <a:r>
            <a:rPr lang="es-ES" sz="1400" kern="1200" dirty="0" err="1"/>
            <a:t>from</a:t>
          </a:r>
          <a:r>
            <a:rPr lang="es-ES" sz="1400" kern="1200" dirty="0"/>
            <a:t> a </a:t>
          </a:r>
          <a:r>
            <a:rPr lang="es-ES" sz="1400" kern="1200" dirty="0" err="1"/>
            <a:t>face</a:t>
          </a:r>
          <a:r>
            <a:rPr lang="es-ES" sz="1400" kern="1200" dirty="0"/>
            <a:t> </a:t>
          </a:r>
          <a:r>
            <a:rPr lang="es-ES" sz="1400" kern="1200" dirty="0" err="1"/>
            <a:t>scan</a:t>
          </a:r>
          <a:r>
            <a:rPr lang="es-ES" sz="1400" kern="1200" dirty="0"/>
            <a:t> video (300 </a:t>
          </a:r>
          <a:r>
            <a:rPr lang="es-ES" sz="1400" kern="1200" dirty="0" err="1"/>
            <a:t>images</a:t>
          </a:r>
          <a:r>
            <a:rPr lang="es-ES" sz="1400" kern="1200" dirty="0"/>
            <a:t>), </a:t>
          </a:r>
          <a:r>
            <a:rPr lang="es-ES" sz="1400" kern="1200" dirty="0" err="1"/>
            <a:t>totalling</a:t>
          </a:r>
          <a:r>
            <a:rPr lang="es-ES" sz="1400" kern="1200" dirty="0"/>
            <a:t> </a:t>
          </a:r>
          <a:r>
            <a:rPr lang="es-ES" sz="1400" kern="1200" dirty="0" err="1"/>
            <a:t>around</a:t>
          </a:r>
          <a:r>
            <a:rPr lang="es-ES" sz="1400" kern="1200" dirty="0"/>
            <a:t> 2000 </a:t>
          </a:r>
          <a:r>
            <a:rPr lang="es-ES" sz="1400" kern="1200" dirty="0" err="1"/>
            <a:t>images</a:t>
          </a:r>
          <a:r>
            <a:rPr lang="es-ES" sz="1400" kern="1200" dirty="0"/>
            <a:t>.</a:t>
          </a:r>
          <a:endParaRPr lang="en-US" sz="1400" kern="1200" dirty="0"/>
        </a:p>
      </dsp:txBody>
      <dsp:txXfrm>
        <a:off x="4811317" y="754829"/>
        <a:ext cx="2126320" cy="902075"/>
      </dsp:txXfrm>
    </dsp:sp>
    <dsp:sp modelId="{BCDF2DFE-5272-4534-B2D5-C21F1A80F860}">
      <dsp:nvSpPr>
        <dsp:cNvPr id="0" name=""/>
        <dsp:cNvSpPr/>
      </dsp:nvSpPr>
      <dsp:spPr>
        <a:xfrm>
          <a:off x="7308133" y="754829"/>
          <a:ext cx="902075" cy="90207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F53331-3D08-4946-8488-D8F0FB0814B8}">
      <dsp:nvSpPr>
        <dsp:cNvPr id="0" name=""/>
        <dsp:cNvSpPr/>
      </dsp:nvSpPr>
      <dsp:spPr>
        <a:xfrm>
          <a:off x="7497569" y="944265"/>
          <a:ext cx="523203" cy="523203"/>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B5CBA8-8B9D-4350-B18A-28E2ED9868D5}">
      <dsp:nvSpPr>
        <dsp:cNvPr id="0" name=""/>
        <dsp:cNvSpPr/>
      </dsp:nvSpPr>
      <dsp:spPr>
        <a:xfrm>
          <a:off x="8403510" y="754829"/>
          <a:ext cx="2126320" cy="902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s-ES" sz="1400" kern="1200" dirty="0" err="1"/>
            <a:t>All</a:t>
          </a:r>
          <a:r>
            <a:rPr lang="es-ES" sz="1400" kern="1200" dirty="0"/>
            <a:t> </a:t>
          </a:r>
          <a:r>
            <a:rPr lang="es-ES" sz="1400" kern="1200" dirty="0" err="1"/>
            <a:t>images</a:t>
          </a:r>
          <a:r>
            <a:rPr lang="es-ES" sz="1400" kern="1200" dirty="0"/>
            <a:t> were </a:t>
          </a:r>
          <a:r>
            <a:rPr lang="es-ES" sz="1400" kern="1200" dirty="0" err="1"/>
            <a:t>pre-processed</a:t>
          </a:r>
          <a:r>
            <a:rPr lang="es-ES" sz="1400" kern="1200" dirty="0"/>
            <a:t> by using MTCNN </a:t>
          </a:r>
          <a:r>
            <a:rPr lang="es-ES" sz="1400" kern="1200" dirty="0" err="1"/>
            <a:t>for</a:t>
          </a:r>
          <a:r>
            <a:rPr lang="es-ES" sz="1400" kern="1200" dirty="0"/>
            <a:t> </a:t>
          </a:r>
          <a:r>
            <a:rPr lang="es-ES" sz="1400" kern="1200" dirty="0" err="1"/>
            <a:t>face</a:t>
          </a:r>
          <a:r>
            <a:rPr lang="es-ES" sz="1400" kern="1200" dirty="0"/>
            <a:t> </a:t>
          </a:r>
          <a:r>
            <a:rPr lang="es-ES" sz="1400" kern="1200" dirty="0" err="1"/>
            <a:t>detection</a:t>
          </a:r>
          <a:r>
            <a:rPr lang="es-ES" sz="1400" kern="1200" dirty="0"/>
            <a:t>, </a:t>
          </a:r>
          <a:r>
            <a:rPr lang="es-ES" sz="1400" kern="1200" dirty="0" err="1"/>
            <a:t>resizing</a:t>
          </a:r>
          <a:r>
            <a:rPr lang="es-ES" sz="1400" kern="1200" dirty="0"/>
            <a:t>, </a:t>
          </a:r>
          <a:r>
            <a:rPr lang="es-ES" sz="1400" kern="1200" dirty="0" err="1"/>
            <a:t>cropping</a:t>
          </a:r>
          <a:r>
            <a:rPr lang="es-ES" sz="1400" kern="1200" dirty="0"/>
            <a:t> (128x128) and </a:t>
          </a:r>
          <a:r>
            <a:rPr lang="es-ES" sz="1400" kern="1200" dirty="0" err="1"/>
            <a:t>normalization</a:t>
          </a:r>
          <a:r>
            <a:rPr lang="es-ES" sz="1400" kern="1200" dirty="0"/>
            <a:t>.</a:t>
          </a:r>
          <a:endParaRPr lang="en-US" sz="1400" kern="1200" dirty="0"/>
        </a:p>
      </dsp:txBody>
      <dsp:txXfrm>
        <a:off x="8403510" y="754829"/>
        <a:ext cx="2126320" cy="902075"/>
      </dsp:txXfrm>
    </dsp:sp>
    <dsp:sp modelId="{3EFE1799-DDB7-402E-9202-0F78BD72CDF3}">
      <dsp:nvSpPr>
        <dsp:cNvPr id="0" name=""/>
        <dsp:cNvSpPr/>
      </dsp:nvSpPr>
      <dsp:spPr>
        <a:xfrm>
          <a:off x="123748" y="2335636"/>
          <a:ext cx="902075" cy="90207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B909E5-48A0-493A-B192-4117202FF4C1}">
      <dsp:nvSpPr>
        <dsp:cNvPr id="0" name=""/>
        <dsp:cNvSpPr/>
      </dsp:nvSpPr>
      <dsp:spPr>
        <a:xfrm>
          <a:off x="313184" y="2525072"/>
          <a:ext cx="523203" cy="523203"/>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65168C-7A39-49C8-B7B2-05F081ADF91D}">
      <dsp:nvSpPr>
        <dsp:cNvPr id="0" name=""/>
        <dsp:cNvSpPr/>
      </dsp:nvSpPr>
      <dsp:spPr>
        <a:xfrm>
          <a:off x="1219125" y="2335636"/>
          <a:ext cx="2126320" cy="902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s-ES" sz="1400" b="1" kern="1200"/>
            <a:t>Augmentation</a:t>
          </a:r>
          <a:endParaRPr lang="en-US" sz="1400" kern="1200"/>
        </a:p>
      </dsp:txBody>
      <dsp:txXfrm>
        <a:off x="1219125" y="2335636"/>
        <a:ext cx="2126320" cy="902075"/>
      </dsp:txXfrm>
    </dsp:sp>
    <dsp:sp modelId="{0719B95B-DB8A-4991-996C-94CC27D3B720}">
      <dsp:nvSpPr>
        <dsp:cNvPr id="0" name=""/>
        <dsp:cNvSpPr/>
      </dsp:nvSpPr>
      <dsp:spPr>
        <a:xfrm>
          <a:off x="3715940" y="2335636"/>
          <a:ext cx="902075" cy="90207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C3FB17-6EC8-41D3-AFFC-C69E67C817D2}">
      <dsp:nvSpPr>
        <dsp:cNvPr id="0" name=""/>
        <dsp:cNvSpPr/>
      </dsp:nvSpPr>
      <dsp:spPr>
        <a:xfrm>
          <a:off x="3905376" y="2525072"/>
          <a:ext cx="523203" cy="523203"/>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A7D8F0-581C-4F32-A234-5A931474A267}">
      <dsp:nvSpPr>
        <dsp:cNvPr id="0" name=""/>
        <dsp:cNvSpPr/>
      </dsp:nvSpPr>
      <dsp:spPr>
        <a:xfrm>
          <a:off x="4811317" y="2335636"/>
          <a:ext cx="2126320" cy="902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s-ES" sz="1400" kern="1200" dirty="0" err="1"/>
            <a:t>Images</a:t>
          </a:r>
          <a:r>
            <a:rPr lang="es-ES" sz="1400" kern="1200" dirty="0"/>
            <a:t> </a:t>
          </a:r>
          <a:r>
            <a:rPr lang="es-ES" sz="1400" kern="1200" dirty="0" err="1"/>
            <a:t>augmented</a:t>
          </a:r>
          <a:r>
            <a:rPr lang="es-ES" sz="1400" kern="1200" dirty="0"/>
            <a:t> in 3 different </a:t>
          </a:r>
          <a:r>
            <a:rPr lang="es-ES" sz="1400" kern="1200" dirty="0" err="1"/>
            <a:t>ways</a:t>
          </a:r>
          <a:r>
            <a:rPr lang="es-ES" sz="1400" kern="1200" dirty="0"/>
            <a:t>: Horizontal </a:t>
          </a:r>
          <a:r>
            <a:rPr lang="es-ES" sz="1400" kern="1200" dirty="0" err="1"/>
            <a:t>flip</a:t>
          </a:r>
          <a:r>
            <a:rPr lang="es-ES" sz="1400" kern="1200" dirty="0"/>
            <a:t>, </a:t>
          </a:r>
          <a:r>
            <a:rPr lang="es-ES" sz="1400" kern="1200" dirty="0" err="1"/>
            <a:t>slight</a:t>
          </a:r>
          <a:r>
            <a:rPr lang="es-ES" sz="1400" kern="1200" dirty="0"/>
            <a:t> </a:t>
          </a:r>
          <a:r>
            <a:rPr lang="es-ES" sz="1400" kern="1200" dirty="0" err="1"/>
            <a:t>rotation</a:t>
          </a:r>
          <a:r>
            <a:rPr lang="es-ES" sz="1400" kern="1200" dirty="0"/>
            <a:t> and color </a:t>
          </a:r>
          <a:r>
            <a:rPr lang="es-ES" sz="1400" kern="1200" dirty="0" err="1"/>
            <a:t>jitter</a:t>
          </a:r>
          <a:endParaRPr lang="en-US" sz="1400" kern="1200" dirty="0"/>
        </a:p>
      </dsp:txBody>
      <dsp:txXfrm>
        <a:off x="4811317" y="2335636"/>
        <a:ext cx="2126320" cy="902075"/>
      </dsp:txXfrm>
    </dsp:sp>
    <dsp:sp modelId="{DC46319C-2AE8-4A9A-818C-35F58FBE8866}">
      <dsp:nvSpPr>
        <dsp:cNvPr id="0" name=""/>
        <dsp:cNvSpPr/>
      </dsp:nvSpPr>
      <dsp:spPr>
        <a:xfrm>
          <a:off x="7308133" y="2335636"/>
          <a:ext cx="902075" cy="90207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E8F410-2B9C-4BB4-92F9-C69EA3327493}">
      <dsp:nvSpPr>
        <dsp:cNvPr id="0" name=""/>
        <dsp:cNvSpPr/>
      </dsp:nvSpPr>
      <dsp:spPr>
        <a:xfrm>
          <a:off x="7497569" y="2525072"/>
          <a:ext cx="523203" cy="523203"/>
        </a:xfrm>
        <a:prstGeom prst="rect">
          <a:avLst/>
        </a:prstGeom>
        <a:blipFill>
          <a:blip xmlns:r="http://schemas.openxmlformats.org/officeDocument/2006/relationships"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13D78E-D22B-4EB6-99D3-1595A420D49B}">
      <dsp:nvSpPr>
        <dsp:cNvPr id="0" name=""/>
        <dsp:cNvSpPr/>
      </dsp:nvSpPr>
      <dsp:spPr>
        <a:xfrm>
          <a:off x="8403510" y="2335636"/>
          <a:ext cx="2126320" cy="902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s-ES" sz="1400" kern="1200" dirty="0"/>
            <a:t>This </a:t>
          </a:r>
          <a:r>
            <a:rPr lang="es-ES" sz="1400" kern="1200" dirty="0" err="1"/>
            <a:t>created</a:t>
          </a:r>
          <a:r>
            <a:rPr lang="es-ES" sz="1400" kern="1200" dirty="0"/>
            <a:t> </a:t>
          </a:r>
          <a:r>
            <a:rPr lang="es-ES" sz="1400" kern="1200" dirty="0" err="1"/>
            <a:t>for</a:t>
          </a:r>
          <a:r>
            <a:rPr lang="es-ES" sz="1400" kern="1200" dirty="0"/>
            <a:t> each original </a:t>
          </a:r>
          <a:r>
            <a:rPr lang="es-ES" sz="1400" kern="1200" dirty="0" err="1"/>
            <a:t>images</a:t>
          </a:r>
          <a:r>
            <a:rPr lang="es-ES" sz="1400" kern="1200" dirty="0"/>
            <a:t>, 3 extra </a:t>
          </a:r>
          <a:r>
            <a:rPr lang="es-ES" sz="1400" kern="1200" dirty="0" err="1"/>
            <a:t>augmented</a:t>
          </a:r>
          <a:r>
            <a:rPr lang="es-ES" sz="1400" kern="1200" dirty="0"/>
            <a:t>, </a:t>
          </a:r>
          <a:r>
            <a:rPr lang="es-ES" sz="1400" kern="1200" dirty="0" err="1"/>
            <a:t>totalling</a:t>
          </a:r>
          <a:r>
            <a:rPr lang="es-ES" sz="1400" kern="1200" dirty="0"/>
            <a:t> 2000 x 4 = 8000 </a:t>
          </a:r>
          <a:r>
            <a:rPr lang="es-ES" sz="1400" kern="1200" dirty="0" err="1"/>
            <a:t>images</a:t>
          </a:r>
          <a:endParaRPr lang="en-US" sz="1400" kern="1200" dirty="0"/>
        </a:p>
      </dsp:txBody>
      <dsp:txXfrm>
        <a:off x="8403510" y="2335636"/>
        <a:ext cx="2126320" cy="9020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F83623-1254-4146-9030-4D7E832796E4}">
      <dsp:nvSpPr>
        <dsp:cNvPr id="0" name=""/>
        <dsp:cNvSpPr/>
      </dsp:nvSpPr>
      <dsp:spPr>
        <a:xfrm>
          <a:off x="1257456" y="957187"/>
          <a:ext cx="1308021" cy="13080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046E03-7708-4400-9914-D0B34001E80F}">
      <dsp:nvSpPr>
        <dsp:cNvPr id="0" name=""/>
        <dsp:cNvSpPr/>
      </dsp:nvSpPr>
      <dsp:spPr>
        <a:xfrm>
          <a:off x="458110" y="2667004"/>
          <a:ext cx="2906714" cy="968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Classical Approaches:</a:t>
          </a:r>
          <a:r>
            <a:rPr lang="en-US" sz="1400" kern="1200" dirty="0"/>
            <a:t> </a:t>
          </a:r>
        </a:p>
        <a:p>
          <a:pPr marL="0" lvl="0" indent="0" algn="ctr" defTabSz="622300">
            <a:lnSpc>
              <a:spcPct val="100000"/>
            </a:lnSpc>
            <a:spcBef>
              <a:spcPct val="0"/>
            </a:spcBef>
            <a:spcAft>
              <a:spcPct val="35000"/>
            </a:spcAft>
            <a:buNone/>
          </a:pPr>
          <a:r>
            <a:rPr lang="en-US" sz="1400" kern="1200" dirty="0"/>
            <a:t>PCA, LBP </a:t>
          </a:r>
        </a:p>
      </dsp:txBody>
      <dsp:txXfrm>
        <a:off x="458110" y="2667004"/>
        <a:ext cx="2906714" cy="968444"/>
      </dsp:txXfrm>
    </dsp:sp>
    <dsp:sp modelId="{640AA26C-64A4-4E47-9013-F84D4336875E}">
      <dsp:nvSpPr>
        <dsp:cNvPr id="0" name=""/>
        <dsp:cNvSpPr/>
      </dsp:nvSpPr>
      <dsp:spPr>
        <a:xfrm>
          <a:off x="4672845" y="957187"/>
          <a:ext cx="1308021" cy="13080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62F43C-CB67-458A-B0D9-EC8611362765}">
      <dsp:nvSpPr>
        <dsp:cNvPr id="0" name=""/>
        <dsp:cNvSpPr/>
      </dsp:nvSpPr>
      <dsp:spPr>
        <a:xfrm>
          <a:off x="3873499" y="2667004"/>
          <a:ext cx="2906714" cy="968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Transfer Learning (CNN Baselines): </a:t>
          </a:r>
        </a:p>
        <a:p>
          <a:pPr marL="0" lvl="0" indent="0" algn="ctr" defTabSz="622300">
            <a:lnSpc>
              <a:spcPct val="100000"/>
            </a:lnSpc>
            <a:spcBef>
              <a:spcPct val="0"/>
            </a:spcBef>
            <a:spcAft>
              <a:spcPct val="35000"/>
            </a:spcAft>
            <a:buNone/>
          </a:pPr>
          <a:r>
            <a:rPr lang="en-US" sz="1400" kern="1200" dirty="0"/>
            <a:t>VGG16 base and fine-tuned, MobileNetV2</a:t>
          </a:r>
        </a:p>
      </dsp:txBody>
      <dsp:txXfrm>
        <a:off x="3873499" y="2667004"/>
        <a:ext cx="2906714" cy="968444"/>
      </dsp:txXfrm>
    </dsp:sp>
    <dsp:sp modelId="{B7D88A36-E25D-4C00-AC68-091D4DEB5469}">
      <dsp:nvSpPr>
        <dsp:cNvPr id="0" name=""/>
        <dsp:cNvSpPr/>
      </dsp:nvSpPr>
      <dsp:spPr>
        <a:xfrm>
          <a:off x="8088234" y="957187"/>
          <a:ext cx="1308021" cy="13080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DC4253-31B6-463F-A93B-CE6332B2FF3E}">
      <dsp:nvSpPr>
        <dsp:cNvPr id="0" name=""/>
        <dsp:cNvSpPr/>
      </dsp:nvSpPr>
      <dsp:spPr>
        <a:xfrm>
          <a:off x="7288888" y="2667004"/>
          <a:ext cx="2906714" cy="968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b="1" kern="1200" dirty="0"/>
            <a:t>Embedding-Based (State-of-the-Art):</a:t>
          </a:r>
        </a:p>
        <a:p>
          <a:pPr marL="0" lvl="0" indent="0" algn="ctr" defTabSz="622300">
            <a:lnSpc>
              <a:spcPct val="100000"/>
            </a:lnSpc>
            <a:spcBef>
              <a:spcPct val="0"/>
            </a:spcBef>
            <a:spcAft>
              <a:spcPct val="35000"/>
            </a:spcAft>
            <a:buNone/>
          </a:pPr>
          <a:r>
            <a:rPr lang="en-US" sz="1400" b="1" kern="1200" dirty="0"/>
            <a:t> </a:t>
          </a:r>
          <a:r>
            <a:rPr lang="en-US" sz="1400" kern="1200" dirty="0" err="1"/>
            <a:t>FaceNet</a:t>
          </a:r>
          <a:r>
            <a:rPr lang="en-US" sz="1400" kern="1200" dirty="0"/>
            <a:t>, </a:t>
          </a:r>
          <a:r>
            <a:rPr lang="en-US" sz="1400" kern="1200" dirty="0" err="1"/>
            <a:t>ArcFace</a:t>
          </a:r>
          <a:r>
            <a:rPr lang="en-US" sz="1400" kern="1200" dirty="0"/>
            <a:t> (with KNN classifier) </a:t>
          </a:r>
        </a:p>
      </dsp:txBody>
      <dsp:txXfrm>
        <a:off x="7288888" y="2667004"/>
        <a:ext cx="2906714" cy="96844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046F9-7AAF-4D9F-9270-30A915B223BC}" type="datetimeFigureOut">
              <a:rPr lang="es-ES" smtClean="0"/>
              <a:t>03/07/2025</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7B618C-8880-408A-ADC2-B88998EA0782}" type="slidenum">
              <a:rPr lang="es-ES" smtClean="0"/>
              <a:t>‹#›</a:t>
            </a:fld>
            <a:endParaRPr lang="es-ES"/>
          </a:p>
        </p:txBody>
      </p:sp>
    </p:spTree>
    <p:extLst>
      <p:ext uri="{BB962C8B-B14F-4D97-AF65-F5344CB8AC3E}">
        <p14:creationId xmlns:p14="http://schemas.microsoft.com/office/powerpoint/2010/main" val="3429214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Good </a:t>
            </a:r>
            <a:r>
              <a:rPr lang="es-ES" dirty="0" err="1"/>
              <a:t>afternoon</a:t>
            </a:r>
            <a:r>
              <a:rPr lang="es-ES" dirty="0"/>
              <a:t> Umberto, Now I </a:t>
            </a:r>
            <a:r>
              <a:rPr lang="es-ES" dirty="0" err="1"/>
              <a:t>will</a:t>
            </a:r>
            <a:r>
              <a:rPr lang="es-ES" dirty="0"/>
              <a:t> </a:t>
            </a:r>
            <a:r>
              <a:rPr lang="es-ES" dirty="0" err="1"/>
              <a:t>present</a:t>
            </a:r>
            <a:r>
              <a:rPr lang="es-ES" dirty="0"/>
              <a:t> my computer </a:t>
            </a:r>
            <a:r>
              <a:rPr lang="es-ES" dirty="0" err="1"/>
              <a:t>vision</a:t>
            </a:r>
            <a:r>
              <a:rPr lang="es-ES" dirty="0"/>
              <a:t> Project about </a:t>
            </a:r>
            <a:r>
              <a:rPr lang="es-ES"/>
              <a:t>face</a:t>
            </a:r>
            <a:r>
              <a:rPr lang="es-ES" dirty="0"/>
              <a:t> </a:t>
            </a:r>
            <a:r>
              <a:rPr lang="es-ES" dirty="0" err="1"/>
              <a:t>recognition</a:t>
            </a:r>
            <a:r>
              <a:rPr lang="es-ES" dirty="0"/>
              <a:t> </a:t>
            </a:r>
            <a:r>
              <a:rPr lang="es-ES" dirty="0" err="1"/>
              <a:t>models</a:t>
            </a:r>
            <a:r>
              <a:rPr lang="es-ES" dirty="0"/>
              <a:t> </a:t>
            </a:r>
            <a:r>
              <a:rPr lang="es-ES" dirty="0" err="1"/>
              <a:t>implemented</a:t>
            </a:r>
            <a:r>
              <a:rPr lang="es-ES" dirty="0"/>
              <a:t> in </a:t>
            </a:r>
            <a:r>
              <a:rPr lang="es-ES" dirty="0" err="1"/>
              <a:t>limited</a:t>
            </a:r>
            <a:r>
              <a:rPr lang="es-ES" dirty="0"/>
              <a:t> </a:t>
            </a:r>
            <a:r>
              <a:rPr lang="es-ES" dirty="0" err="1"/>
              <a:t>resourced</a:t>
            </a:r>
            <a:r>
              <a:rPr lang="es-ES" dirty="0"/>
              <a:t> </a:t>
            </a:r>
            <a:r>
              <a:rPr lang="es-ES" dirty="0" err="1"/>
              <a:t>devices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a:t>
            </a:fld>
            <a:endParaRPr lang="es-ES"/>
          </a:p>
        </p:txBody>
      </p:sp>
    </p:spTree>
    <p:extLst>
      <p:ext uri="{BB962C8B-B14F-4D97-AF65-F5344CB8AC3E}">
        <p14:creationId xmlns:p14="http://schemas.microsoft.com/office/powerpoint/2010/main" val="55666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err="1"/>
              <a:t>Face</a:t>
            </a:r>
            <a:r>
              <a:rPr lang="es-ES" dirty="0"/>
              <a:t> </a:t>
            </a:r>
            <a:r>
              <a:rPr lang="es-ES" dirty="0" err="1"/>
              <a:t>recognition</a:t>
            </a:r>
            <a:r>
              <a:rPr lang="es-ES" dirty="0"/>
              <a:t> is a computer visión </a:t>
            </a:r>
            <a:r>
              <a:rPr lang="es-ES" dirty="0" err="1"/>
              <a:t>task</a:t>
            </a:r>
            <a:r>
              <a:rPr lang="es-ES" dirty="0"/>
              <a:t> in which a model can </a:t>
            </a:r>
            <a:r>
              <a:rPr lang="es-ES" dirty="0" err="1"/>
              <a:t>identify</a:t>
            </a:r>
            <a:r>
              <a:rPr lang="es-ES" dirty="0"/>
              <a:t> faces </a:t>
            </a:r>
            <a:r>
              <a:rPr lang="es-ES" dirty="0" err="1"/>
              <a:t>on</a:t>
            </a:r>
            <a:r>
              <a:rPr lang="es-ES" dirty="0"/>
              <a:t> </a:t>
            </a:r>
            <a:r>
              <a:rPr lang="es-ES" dirty="0" err="1"/>
              <a:t>images</a:t>
            </a:r>
            <a:r>
              <a:rPr lang="es-ES" dirty="0"/>
              <a:t> or video. In this Project we </a:t>
            </a:r>
            <a:r>
              <a:rPr lang="es-ES" dirty="0" err="1"/>
              <a:t>will</a:t>
            </a:r>
            <a:r>
              <a:rPr lang="es-ES" dirty="0"/>
              <a:t> take this </a:t>
            </a:r>
            <a:r>
              <a:rPr lang="es-ES" dirty="0" err="1"/>
              <a:t>capability</a:t>
            </a:r>
            <a:r>
              <a:rPr lang="es-ES" dirty="0"/>
              <a:t> to compare </a:t>
            </a:r>
            <a:r>
              <a:rPr lang="es-ES" dirty="0" err="1"/>
              <a:t>images</a:t>
            </a:r>
            <a:r>
              <a:rPr lang="es-ES" dirty="0"/>
              <a:t> to each other to determine if the fase and </a:t>
            </a:r>
            <a:r>
              <a:rPr lang="es-ES" dirty="0" err="1"/>
              <a:t>person</a:t>
            </a:r>
            <a:r>
              <a:rPr lang="es-ES" dirty="0"/>
              <a:t> </a:t>
            </a:r>
            <a:r>
              <a:rPr lang="es-ES" dirty="0" err="1"/>
              <a:t>on</a:t>
            </a:r>
            <a:r>
              <a:rPr lang="es-ES" dirty="0"/>
              <a:t> the </a:t>
            </a:r>
            <a:r>
              <a:rPr lang="es-ES" dirty="0" err="1"/>
              <a:t>images</a:t>
            </a:r>
            <a:r>
              <a:rPr lang="es-ES" dirty="0"/>
              <a:t> are the same. This can be </a:t>
            </a:r>
            <a:r>
              <a:rPr lang="es-ES" dirty="0" err="1"/>
              <a:t>applied</a:t>
            </a:r>
            <a:r>
              <a:rPr lang="es-ES" dirty="0"/>
              <a:t> to </a:t>
            </a:r>
            <a:r>
              <a:rPr lang="es-ES" dirty="0" err="1"/>
              <a:t>unlocking</a:t>
            </a:r>
            <a:r>
              <a:rPr lang="es-ES" dirty="0"/>
              <a:t> </a:t>
            </a:r>
            <a:r>
              <a:rPr lang="es-ES" dirty="0" err="1"/>
              <a:t>devices</a:t>
            </a:r>
            <a:r>
              <a:rPr lang="es-ES" dirty="0"/>
              <a:t>, </a:t>
            </a:r>
            <a:r>
              <a:rPr lang="es-ES" dirty="0" err="1"/>
              <a:t>surveillance</a:t>
            </a:r>
            <a:r>
              <a:rPr lang="es-ES" dirty="0"/>
              <a:t>, </a:t>
            </a:r>
            <a:r>
              <a:rPr lang="es-ES" dirty="0" err="1"/>
              <a:t>secury</a:t>
            </a:r>
            <a:r>
              <a:rPr lang="es-ES" dirty="0"/>
              <a:t> log-in etc. </a:t>
            </a:r>
          </a:p>
          <a:p>
            <a:r>
              <a:rPr lang="es-ES" dirty="0"/>
              <a:t>Deep learning </a:t>
            </a:r>
            <a:r>
              <a:rPr lang="es-ES" dirty="0" err="1"/>
              <a:t>models</a:t>
            </a:r>
            <a:r>
              <a:rPr lang="es-ES" dirty="0"/>
              <a:t>, </a:t>
            </a:r>
            <a:r>
              <a:rPr lang="es-ES" dirty="0" err="1"/>
              <a:t>specially</a:t>
            </a:r>
            <a:r>
              <a:rPr lang="es-ES" dirty="0"/>
              <a:t> </a:t>
            </a:r>
            <a:r>
              <a:rPr lang="es-ES" dirty="0" err="1"/>
              <a:t>convolutional</a:t>
            </a:r>
            <a:r>
              <a:rPr lang="es-ES" dirty="0"/>
              <a:t> neural </a:t>
            </a:r>
            <a:r>
              <a:rPr lang="es-ES" dirty="0" err="1"/>
              <a:t>networks</a:t>
            </a:r>
            <a:r>
              <a:rPr lang="es-ES" dirty="0"/>
              <a:t> have </a:t>
            </a:r>
            <a:r>
              <a:rPr lang="es-ES" dirty="0" err="1"/>
              <a:t>revolutionized</a:t>
            </a:r>
            <a:r>
              <a:rPr lang="es-ES" dirty="0"/>
              <a:t> the </a:t>
            </a:r>
            <a:r>
              <a:rPr lang="es-ES" dirty="0" err="1"/>
              <a:t>field</a:t>
            </a:r>
            <a:r>
              <a:rPr lang="es-ES" dirty="0"/>
              <a:t> by learning the most </a:t>
            </a:r>
            <a:r>
              <a:rPr lang="es-ES" dirty="0" err="1"/>
              <a:t>important</a:t>
            </a:r>
            <a:r>
              <a:rPr lang="es-ES" dirty="0"/>
              <a:t> facial </a:t>
            </a:r>
            <a:r>
              <a:rPr lang="es-ES" dirty="0" err="1"/>
              <a:t>features</a:t>
            </a:r>
            <a:r>
              <a:rPr lang="es-ES" dirty="0"/>
              <a:t>. This </a:t>
            </a:r>
            <a:r>
              <a:rPr lang="es-ES" dirty="0" err="1"/>
              <a:t>outperforms</a:t>
            </a:r>
            <a:r>
              <a:rPr lang="es-ES" dirty="0"/>
              <a:t> </a:t>
            </a:r>
            <a:r>
              <a:rPr lang="es-ES" dirty="0" err="1"/>
              <a:t>older</a:t>
            </a:r>
            <a:r>
              <a:rPr lang="es-ES" dirty="0"/>
              <a:t> </a:t>
            </a:r>
            <a:r>
              <a:rPr lang="es-ES" dirty="0" err="1"/>
              <a:t>models</a:t>
            </a:r>
            <a:r>
              <a:rPr lang="es-ES" dirty="0"/>
              <a:t> even if the </a:t>
            </a:r>
            <a:r>
              <a:rPr lang="es-ES" dirty="0" err="1"/>
              <a:t>image</a:t>
            </a:r>
            <a:r>
              <a:rPr lang="es-ES" dirty="0"/>
              <a:t> </a:t>
            </a:r>
            <a:r>
              <a:rPr lang="es-ES" dirty="0" err="1"/>
              <a:t>quality</a:t>
            </a:r>
            <a:r>
              <a:rPr lang="es-ES" dirty="0"/>
              <a:t> are por.</a:t>
            </a:r>
          </a:p>
        </p:txBody>
      </p:sp>
      <p:sp>
        <p:nvSpPr>
          <p:cNvPr id="4" name="Slide Number Placeholder 3"/>
          <p:cNvSpPr>
            <a:spLocks noGrp="1"/>
          </p:cNvSpPr>
          <p:nvPr>
            <p:ph type="sldNum" sz="quarter" idx="5"/>
          </p:nvPr>
        </p:nvSpPr>
        <p:spPr/>
        <p:txBody>
          <a:bodyPr/>
          <a:lstStyle/>
          <a:p>
            <a:fld id="{297B618C-8880-408A-ADC2-B88998EA0782}" type="slidenum">
              <a:rPr lang="es-ES" smtClean="0"/>
              <a:t>3</a:t>
            </a:fld>
            <a:endParaRPr lang="es-ES"/>
          </a:p>
        </p:txBody>
      </p:sp>
    </p:spTree>
    <p:extLst>
      <p:ext uri="{BB962C8B-B14F-4D97-AF65-F5344CB8AC3E}">
        <p14:creationId xmlns:p14="http://schemas.microsoft.com/office/powerpoint/2010/main" val="3841024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of this project was to evaluate and compare various deep learning models for face classification and validation. This was performed using a curated dataset of 18 distinct faces, with approximately 100 images for each. The goals included understanding model performance, analyzing generalization and overfitting, and developing a reproducible evaluation framework.</a:t>
            </a:r>
          </a:p>
          <a:p>
            <a:r>
              <a:rPr lang="en-US" dirty="0"/>
              <a:t>This work is important as it provides insights into how transfer learning performs on smaller datasets, offering foundational knowledge for deployments on less powerful devices. Options for smartphones or laptops, specifically concerning non-proprietary models and implementations, were a key consideration within this evaluation.</a:t>
            </a:r>
          </a:p>
        </p:txBody>
      </p:sp>
      <p:sp>
        <p:nvSpPr>
          <p:cNvPr id="4" name="Slide Number Placeholder 3"/>
          <p:cNvSpPr>
            <a:spLocks noGrp="1"/>
          </p:cNvSpPr>
          <p:nvPr>
            <p:ph type="sldNum" sz="quarter" idx="5"/>
          </p:nvPr>
        </p:nvSpPr>
        <p:spPr/>
        <p:txBody>
          <a:bodyPr/>
          <a:lstStyle/>
          <a:p>
            <a:fld id="{297B618C-8880-408A-ADC2-B88998EA0782}" type="slidenum">
              <a:rPr lang="es-ES" smtClean="0"/>
              <a:t>4</a:t>
            </a:fld>
            <a:endParaRPr lang="es-ES"/>
          </a:p>
        </p:txBody>
      </p:sp>
    </p:spTree>
    <p:extLst>
      <p:ext uri="{BB962C8B-B14F-4D97-AF65-F5344CB8AC3E}">
        <p14:creationId xmlns:p14="http://schemas.microsoft.com/office/powerpoint/2010/main" val="2662659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datasets: - Original: The dataset contains 17 celebrities (100 images each) from </a:t>
            </a:r>
            <a:r>
              <a:rPr lang="en-US" dirty="0" err="1"/>
              <a:t>kaggle</a:t>
            </a:r>
            <a:r>
              <a:rPr lang="en-US" dirty="0"/>
              <a:t> + the student images from a face scan video (300 images), </a:t>
            </a:r>
            <a:r>
              <a:rPr lang="en-US" dirty="0" err="1"/>
              <a:t>totalling</a:t>
            </a:r>
            <a:r>
              <a:rPr lang="en-US" dirty="0"/>
              <a:t> around 2000 images. All images were pre-processed by using MTCNN for face detection, resizing, cropping (128x128) and normalization. - </a:t>
            </a:r>
            <a:r>
              <a:rPr lang="en-US" dirty="0" err="1"/>
              <a:t>Augmented:Images</a:t>
            </a:r>
            <a:r>
              <a:rPr lang="en-US" dirty="0"/>
              <a:t> augmented in 3 different ways: Horizontal flip, slight rotation and color jitter. This created for each original images, 3 extra augmented, </a:t>
            </a:r>
            <a:r>
              <a:rPr lang="en-US" dirty="0" err="1"/>
              <a:t>totalling</a:t>
            </a:r>
            <a:r>
              <a:rPr lang="en-US" dirty="0"/>
              <a:t> 2000 x 4 = 8000 images To avoid a previous data leakage, the Split is done 70% - 15% - 15% in a non-random way, making deterministic and checking that all 4 images (original + 3 augmented) were in a single Split.</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5</a:t>
            </a:fld>
            <a:endParaRPr lang="es-ES"/>
          </a:p>
        </p:txBody>
      </p:sp>
    </p:spTree>
    <p:extLst>
      <p:ext uri="{BB962C8B-B14F-4D97-AF65-F5344CB8AC3E}">
        <p14:creationId xmlns:p14="http://schemas.microsoft.com/office/powerpoint/2010/main" val="1663093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encompassed three main categories of models for face recognition. Classical approaches, including PCA and LBP, provided a foundational baseline. Transfer learning was employed with Convolutional Neural Networks, specifically fine-tuning VGG16 and MobileNetV2. Additionally, state-of-the-art embedding-based models like </a:t>
            </a:r>
            <a:r>
              <a:rPr lang="en-US" dirty="0" err="1"/>
              <a:t>FaceNet</a:t>
            </a:r>
            <a:r>
              <a:rPr lang="en-US" dirty="0"/>
              <a:t> and </a:t>
            </a:r>
            <a:r>
              <a:rPr lang="en-US" dirty="0" err="1"/>
              <a:t>ArcFace</a:t>
            </a:r>
            <a:r>
              <a:rPr lang="en-US" dirty="0"/>
              <a:t> were utilized, with classification performed via K-Nearest Neighbors.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6</a:t>
            </a:fld>
            <a:endParaRPr lang="es-ES"/>
          </a:p>
        </p:txBody>
      </p:sp>
    </p:spTree>
    <p:extLst>
      <p:ext uri="{BB962C8B-B14F-4D97-AF65-F5344CB8AC3E}">
        <p14:creationId xmlns:p14="http://schemas.microsoft.com/office/powerpoint/2010/main" val="1405054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use of PCA as a classical method for face recognition, paired with K-Nearest Neighbors for classification. PCA reduces each face image to its key visual features, while KNN compares these to known samples. On the original dataset, the model reached only 21% accuracy, suggesting weak separation between classes. Augmenting the data raised accuracy to 44%, showing that variety helps but isn't enough. Overall, this method is fast and simple but lacks the accuracy needed for reliable recognition in modern applications.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7</a:t>
            </a:fld>
            <a:endParaRPr lang="es-ES"/>
          </a:p>
        </p:txBody>
      </p:sp>
    </p:spTree>
    <p:extLst>
      <p:ext uri="{BB962C8B-B14F-4D97-AF65-F5344CB8AC3E}">
        <p14:creationId xmlns:p14="http://schemas.microsoft.com/office/powerpoint/2010/main" val="798082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LBP plus SVM pipeline, a classical method combining hand-crafted texture features with a traditional classifier. LBP extracts patterns based on pixel intensity differences, allowing the model to detect local details across face images. The support vector machine then attempts to separate identities using these features. The approach outperforms PCA, achieving 30% accuracy on the original dataset, and slightly improves with data augmentation to around 36%. Still, the increase is modest, indicating that while LBP captures more facial structure than PCA, it struggles with variations in lighting, expression, or alignment. Overall, this method is somewhat more effective than PCA but remains limited for large-scale or diverse recognition tasks.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8</a:t>
            </a:fld>
            <a:endParaRPr lang="es-ES"/>
          </a:p>
        </p:txBody>
      </p:sp>
    </p:spTree>
    <p:extLst>
      <p:ext uri="{BB962C8B-B14F-4D97-AF65-F5344CB8AC3E}">
        <p14:creationId xmlns:p14="http://schemas.microsoft.com/office/powerpoint/2010/main" val="668905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builds on the VGG16 architecture pre-trained on ImageNet, the convolutional base is kept frozen during training to preserve its learned representations and accelerate convergence. A custom classification head is added, starting with a Global Average Pooling layer to reduce spatial dimensions and mitigate overfitting. This is followed by a dense layer with 256 neurons activated by </a:t>
            </a:r>
            <a:r>
              <a:rPr lang="en-US" dirty="0" err="1"/>
              <a:t>ReLU</a:t>
            </a:r>
            <a:r>
              <a:rPr lang="en-US" dirty="0"/>
              <a:t>, a Dropout layer to encourage regularization, and a final </a:t>
            </a:r>
            <a:r>
              <a:rPr lang="en-US" dirty="0" err="1"/>
              <a:t>softmax</a:t>
            </a:r>
            <a:r>
              <a:rPr lang="en-US" dirty="0"/>
              <a:t> output matching the number of identity classes. The model achieved 43.8% accuracy on the original dataset, which improved to 66.8% with augmented data. This demonstrates stronger performance than traditional approaches like PCA or LBP, due to VGG16’s capacity to extract robust and hierarchical facial features.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9</a:t>
            </a:fld>
            <a:endParaRPr lang="es-ES"/>
          </a:p>
        </p:txBody>
      </p:sp>
    </p:spTree>
    <p:extLst>
      <p:ext uri="{BB962C8B-B14F-4D97-AF65-F5344CB8AC3E}">
        <p14:creationId xmlns:p14="http://schemas.microsoft.com/office/powerpoint/2010/main" val="564848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approach uses the VGG16 model with partial fine-tuning to adapt it more specifically to the facial recognition task. The first ten layers are frozen to retain generic visual features, while the remaining layers are retrained to capture identity-specific patterns. Batch normalization is inserted after pooling and dense layers, stabilizing gradient flow and accelerating training. Two dropout layers with a 40% rate are used to prevent overfitting, especially when combined with batch normalization. The training process includes dynamic control through callbacks: early stopping halts training when progress stalls, and the learning rate is reduced when improvement plateaus, helping to fine-tune the model efficiently. Performance reaches 82.2% accuracy on the original dataset and climbs to 93.8% with augmentation. This makes the model highly accurate, but slightly more computationally demanding.</a:t>
            </a:r>
            <a:br>
              <a:rPr lang="en-US" dirty="0"/>
            </a:br>
            <a:r>
              <a:rPr lang="en-US" dirty="0"/>
              <a:t>[[[Model layers shown using https://netron.app/]]]</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10</a:t>
            </a:fld>
            <a:endParaRPr lang="es-ES"/>
          </a:p>
        </p:txBody>
      </p:sp>
    </p:spTree>
    <p:extLst>
      <p:ext uri="{BB962C8B-B14F-4D97-AF65-F5344CB8AC3E}">
        <p14:creationId xmlns:p14="http://schemas.microsoft.com/office/powerpoint/2010/main" val="2394497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adapts MobileNetV2, a lightweight network built for mobile devices. The lower 20 layers are frozen to preserve basic visual features, while the rest are fine-tuned to learn face-specific patterns. Batch normalization and two dropout layers are added to enhance generalization. Mixed-precision training helps reduce memory usage and speed up training. The model achieves 67.4% accuracy on the original dataset and 84.3% on the augmented one. Though less accurate than VGG16 but provides faster and more efficient training.</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11</a:t>
            </a:fld>
            <a:endParaRPr lang="es-ES"/>
          </a:p>
        </p:txBody>
      </p:sp>
    </p:spTree>
    <p:extLst>
      <p:ext uri="{BB962C8B-B14F-4D97-AF65-F5344CB8AC3E}">
        <p14:creationId xmlns:p14="http://schemas.microsoft.com/office/powerpoint/2010/main" val="19472666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approach uses the </a:t>
            </a:r>
            <a:r>
              <a:rPr lang="en-US" dirty="0" err="1"/>
              <a:t>DeepFace</a:t>
            </a:r>
            <a:r>
              <a:rPr lang="en-US" dirty="0"/>
              <a:t> framework to access pre-trained </a:t>
            </a:r>
            <a:r>
              <a:rPr lang="en-US" dirty="0" err="1"/>
              <a:t>FaceNet</a:t>
            </a:r>
            <a:r>
              <a:rPr lang="en-US" dirty="0"/>
              <a:t> embeddings, which convert each facial image into a compact 128-dimensional feature vector. These embeddings are optimized to maximize identity separation, making them suitable for face comparison tasks. Once embeddings are generated, a simple k-Nearest Neighbors classifier with k=1 is applied to identify faces by comparing distances between vectors. Since embedding extraction is precomputed, the pipeline runs quickly and with low memory demand, making it efficient for deployment. On the original dataset, this method achieved 88.2% accuracy, showing strong performance without the need for model retraining.</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12</a:t>
            </a:fld>
            <a:endParaRPr lang="es-ES"/>
          </a:p>
        </p:txBody>
      </p:sp>
    </p:spTree>
    <p:extLst>
      <p:ext uri="{BB962C8B-B14F-4D97-AF65-F5344CB8AC3E}">
        <p14:creationId xmlns:p14="http://schemas.microsoft.com/office/powerpoint/2010/main" val="4555000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The model </a:t>
            </a:r>
            <a:r>
              <a:rPr lang="es-ES" dirty="0" err="1"/>
              <a:t>perfectly</a:t>
            </a:r>
            <a:r>
              <a:rPr lang="es-ES" dirty="0"/>
              <a:t> </a:t>
            </a:r>
            <a:r>
              <a:rPr lang="es-ES" dirty="0" err="1"/>
              <a:t>classified</a:t>
            </a:r>
            <a:r>
              <a:rPr lang="es-ES" dirty="0"/>
              <a:t> </a:t>
            </a:r>
            <a:r>
              <a:rPr lang="es-ES" dirty="0" err="1"/>
              <a:t>identities</a:t>
            </a:r>
            <a:r>
              <a:rPr lang="es-ES" dirty="0"/>
              <a:t> like Johnny </a:t>
            </a:r>
            <a:r>
              <a:rPr lang="es-ES" dirty="0" err="1"/>
              <a:t>Depp</a:t>
            </a:r>
            <a:r>
              <a:rPr lang="es-ES" dirty="0"/>
              <a:t>, Alvaro Cervan, and Scarlett Johansson, </a:t>
            </a:r>
            <a:r>
              <a:rPr lang="es-ES" dirty="0" err="1"/>
              <a:t>showing</a:t>
            </a:r>
            <a:r>
              <a:rPr lang="es-ES" dirty="0"/>
              <a:t> </a:t>
            </a:r>
            <a:r>
              <a:rPr lang="es-ES" dirty="0" err="1"/>
              <a:t>highly</a:t>
            </a:r>
            <a:r>
              <a:rPr lang="es-ES" dirty="0"/>
              <a:t> </a:t>
            </a:r>
            <a:r>
              <a:rPr lang="es-ES" dirty="0" err="1"/>
              <a:t>distinctive</a:t>
            </a:r>
            <a:r>
              <a:rPr lang="es-ES" dirty="0"/>
              <a:t> </a:t>
            </a:r>
            <a:r>
              <a:rPr lang="es-ES" dirty="0" err="1"/>
              <a:t>embeddings</a:t>
            </a:r>
            <a:r>
              <a:rPr lang="es-ES" dirty="0"/>
              <a:t>. In </a:t>
            </a:r>
            <a:r>
              <a:rPr lang="es-ES" dirty="0" err="1"/>
              <a:t>contrast</a:t>
            </a:r>
            <a:r>
              <a:rPr lang="es-ES" dirty="0"/>
              <a:t>, Kate </a:t>
            </a:r>
            <a:r>
              <a:rPr lang="es-ES" dirty="0" err="1"/>
              <a:t>Winslet</a:t>
            </a:r>
            <a:r>
              <a:rPr lang="es-ES" dirty="0"/>
              <a:t> and Will Smith had </a:t>
            </a:r>
            <a:r>
              <a:rPr lang="es-ES" dirty="0" err="1"/>
              <a:t>lower</a:t>
            </a:r>
            <a:r>
              <a:rPr lang="es-ES" dirty="0"/>
              <a:t> </a:t>
            </a:r>
            <a:r>
              <a:rPr lang="es-ES" dirty="0" err="1"/>
              <a:t>accuracy</a:t>
            </a:r>
            <a:r>
              <a:rPr lang="es-ES" dirty="0"/>
              <a:t>, </a:t>
            </a:r>
            <a:r>
              <a:rPr lang="es-ES" dirty="0" err="1"/>
              <a:t>likely</a:t>
            </a:r>
            <a:r>
              <a:rPr lang="es-ES" dirty="0"/>
              <a:t> </a:t>
            </a:r>
            <a:r>
              <a:rPr lang="es-ES" dirty="0" err="1"/>
              <a:t>due</a:t>
            </a:r>
            <a:r>
              <a:rPr lang="es-ES" dirty="0"/>
              <a:t> to </a:t>
            </a:r>
            <a:r>
              <a:rPr lang="es-ES" dirty="0" err="1"/>
              <a:t>greater</a:t>
            </a:r>
            <a:r>
              <a:rPr lang="es-ES" dirty="0"/>
              <a:t> visual </a:t>
            </a:r>
            <a:r>
              <a:rPr lang="es-ES" dirty="0" err="1"/>
              <a:t>overlap</a:t>
            </a:r>
            <a:r>
              <a:rPr lang="es-ES" dirty="0"/>
              <a:t> or </a:t>
            </a:r>
            <a:r>
              <a:rPr lang="es-ES" dirty="0" err="1"/>
              <a:t>variation</a:t>
            </a:r>
            <a:r>
              <a:rPr lang="es-ES" dirty="0"/>
              <a:t> in </a:t>
            </a:r>
            <a:r>
              <a:rPr lang="es-ES" dirty="0" err="1"/>
              <a:t>their</a:t>
            </a:r>
            <a:r>
              <a:rPr lang="es-ES" dirty="0"/>
              <a:t> </a:t>
            </a:r>
            <a:r>
              <a:rPr lang="es-ES" dirty="0" err="1"/>
              <a:t>images</a:t>
            </a:r>
            <a:r>
              <a:rPr lang="es-ES" dirty="0"/>
              <a:t>.</a:t>
            </a:r>
          </a:p>
        </p:txBody>
      </p:sp>
      <p:sp>
        <p:nvSpPr>
          <p:cNvPr id="4" name="Slide Number Placeholder 3"/>
          <p:cNvSpPr>
            <a:spLocks noGrp="1"/>
          </p:cNvSpPr>
          <p:nvPr>
            <p:ph type="sldNum" sz="quarter" idx="5"/>
          </p:nvPr>
        </p:nvSpPr>
        <p:spPr/>
        <p:txBody>
          <a:bodyPr/>
          <a:lstStyle/>
          <a:p>
            <a:fld id="{297B618C-8880-408A-ADC2-B88998EA0782}" type="slidenum">
              <a:rPr lang="es-ES" smtClean="0"/>
              <a:t>13</a:t>
            </a:fld>
            <a:endParaRPr lang="es-ES"/>
          </a:p>
        </p:txBody>
      </p:sp>
    </p:spTree>
    <p:extLst>
      <p:ext uri="{BB962C8B-B14F-4D97-AF65-F5344CB8AC3E}">
        <p14:creationId xmlns:p14="http://schemas.microsoft.com/office/powerpoint/2010/main" val="597526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uses the </a:t>
            </a:r>
            <a:r>
              <a:rPr lang="en-US" dirty="0" err="1"/>
              <a:t>ArcFace</a:t>
            </a:r>
            <a:r>
              <a:rPr lang="en-US" dirty="0"/>
              <a:t> architecture with a </a:t>
            </a:r>
            <a:r>
              <a:rPr lang="en-US" dirty="0" err="1"/>
              <a:t>RetinaFace</a:t>
            </a:r>
            <a:r>
              <a:rPr lang="en-US" dirty="0"/>
              <a:t> detector to generate 512-dimensional embeddings for each aligned face. Images are resized and passed through the pre-trained network without additional training. Classification is performed using 1-nearest neighbor over a reference set built from training and validation embeddings. If detection fails, a fallback zero-vector ensures stability. This retrieval-based method reached 91.8% accuracy on the original dataset.</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14</a:t>
            </a:fld>
            <a:endParaRPr lang="es-ES"/>
          </a:p>
        </p:txBody>
      </p:sp>
    </p:spTree>
    <p:extLst>
      <p:ext uri="{BB962C8B-B14F-4D97-AF65-F5344CB8AC3E}">
        <p14:creationId xmlns:p14="http://schemas.microsoft.com/office/powerpoint/2010/main" val="95928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ArcFace</a:t>
            </a:r>
            <a:r>
              <a:rPr lang="en-US" dirty="0"/>
              <a:t> delivers superior precision, outperforming </a:t>
            </a:r>
            <a:r>
              <a:rPr lang="en-US" dirty="0" err="1"/>
              <a:t>FaceNet</a:t>
            </a:r>
            <a:r>
              <a:rPr lang="en-US" dirty="0"/>
              <a:t> on several identities with perfect scores. The model combines speed and accuracy with an efficient, training-free design.</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15</a:t>
            </a:fld>
            <a:endParaRPr lang="es-ES"/>
          </a:p>
        </p:txBody>
      </p:sp>
    </p:spTree>
    <p:extLst>
      <p:ext uri="{BB962C8B-B14F-4D97-AF65-F5344CB8AC3E}">
        <p14:creationId xmlns:p14="http://schemas.microsoft.com/office/powerpoint/2010/main" val="1859977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evaluate the models: First, Classification evaluation measures how well the model can assign test images to known identities. It’s a closed-set classification task, meaning all test images belong to classes seen during training. The goal is to determine whether a new image, such as for login, correctly matches a registered identity. Performance is assessed using accuracy, precision, recall, and F1-score — offering insight into overall correctness, prediction reliability, detection completeness, and balance between the two.</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16</a:t>
            </a:fld>
            <a:endParaRPr lang="es-ES"/>
          </a:p>
        </p:txBody>
      </p:sp>
    </p:spTree>
    <p:extLst>
      <p:ext uri="{BB962C8B-B14F-4D97-AF65-F5344CB8AC3E}">
        <p14:creationId xmlns:p14="http://schemas.microsoft.com/office/powerpoint/2010/main" val="3636555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highlights the superiority of deep learning models over classical approaches in face classification. The highest F1-scores were achieved by VGG16 Custom with data augmentation and </a:t>
            </a:r>
            <a:r>
              <a:rPr lang="en-US" dirty="0" err="1"/>
              <a:t>ArcFace</a:t>
            </a:r>
            <a:r>
              <a:rPr lang="en-US" dirty="0"/>
              <a:t>, followed closely by </a:t>
            </a:r>
            <a:r>
              <a:rPr lang="en-US" dirty="0" err="1"/>
              <a:t>DeepFace</a:t>
            </a:r>
            <a:r>
              <a:rPr lang="en-US" dirty="0"/>
              <a:t> and MobileNetV2 with augmentation. All top models scores exceeded 0.8, reflecting strong and consistent predictions. In contrast, PCA and LBP delivered the weakest results, even after augmentation, confirming that classical techniques struggle to compete with CNN-based methods in complex recognition tasks.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17</a:t>
            </a:fld>
            <a:endParaRPr lang="es-ES"/>
          </a:p>
        </p:txBody>
      </p:sp>
    </p:spTree>
    <p:extLst>
      <p:ext uri="{BB962C8B-B14F-4D97-AF65-F5344CB8AC3E}">
        <p14:creationId xmlns:p14="http://schemas.microsoft.com/office/powerpoint/2010/main" val="259823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Second, </a:t>
            </a:r>
            <a:r>
              <a:rPr lang="en-US" dirty="0"/>
              <a:t>Validation 1 on 1. This verification task checks whether two face images belong to the same individual, regardless of class. It’s useful for open-set scenarios like user authentication. Each image is converted into an embedding, and distances between pairs are measured. A match or non-match label is assigned based on thresholding. Performance is evaluated using AUC to assess ranking ability and EER to identify the balance point between acceptance and rejection errors.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18</a:t>
            </a:fld>
            <a:endParaRPr lang="es-ES"/>
          </a:p>
        </p:txBody>
      </p:sp>
    </p:spTree>
    <p:extLst>
      <p:ext uri="{BB962C8B-B14F-4D97-AF65-F5344CB8AC3E}">
        <p14:creationId xmlns:p14="http://schemas.microsoft.com/office/powerpoint/2010/main" val="1679512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 VGG16 model with data augmentation delivers the most consistent and accurate results, thanks to high-quality embeddings and fine-tuning. Augmentation proves especially valuable when applied both during training and validation, increasing generalization. MobileNetV2 and </a:t>
            </a:r>
            <a:r>
              <a:rPr lang="en-US" dirty="0" err="1"/>
              <a:t>DeepFace</a:t>
            </a:r>
            <a:r>
              <a:rPr lang="en-US" dirty="0"/>
              <a:t>, while efficient, show limited adaptability across different conditions. Their performance drops when the test images differ noticeably from the training distribution, such as real-world versus verified face captures. </a:t>
            </a:r>
            <a:r>
              <a:rPr lang="en-US" dirty="0" err="1"/>
              <a:t>ArcFace</a:t>
            </a:r>
            <a:r>
              <a:rPr lang="en-US" dirty="0"/>
              <a:t> could not be included in this evaluation due to technical issues with embedding generation.</a:t>
            </a:r>
          </a:p>
          <a:p>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19</a:t>
            </a:fld>
            <a:endParaRPr lang="es-ES"/>
          </a:p>
        </p:txBody>
      </p:sp>
    </p:spTree>
    <p:extLst>
      <p:ext uri="{BB962C8B-B14F-4D97-AF65-F5344CB8AC3E}">
        <p14:creationId xmlns:p14="http://schemas.microsoft.com/office/powerpoint/2010/main" val="12118153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Does Data Augmentation Matter?  - Absolutely. Augmentation boosts classification F1-scores by nearly 19%, improving accuracy across all models. It's most effective when combined with fine-tuning, as shown in the Custom VGG16 </a:t>
            </a:r>
            <a:r>
              <a:rPr lang="en-US" dirty="0" err="1"/>
              <a:t>results.For</a:t>
            </a:r>
            <a:r>
              <a:rPr lang="en-US" dirty="0"/>
              <a:t> validation, its impact depends on consistent use across training and testing. When mismatched, performance drops — especially in embedding-based models that are sensitive to data distribution. Controlled and mirrored augmentation leads to the most reliable outcomes.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20</a:t>
            </a:fld>
            <a:endParaRPr lang="es-ES"/>
          </a:p>
        </p:txBody>
      </p:sp>
    </p:spTree>
    <p:extLst>
      <p:ext uri="{BB962C8B-B14F-4D97-AF65-F5344CB8AC3E}">
        <p14:creationId xmlns:p14="http://schemas.microsoft.com/office/powerpoint/2010/main" val="3342356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Fine-tuned CNN models like VGG16 and MobileNetV2, especially when trained on augmented data, show the highest accuracy for both classification and verification tasks. Embedding-based methods (</a:t>
            </a:r>
            <a:r>
              <a:rPr lang="en-US" dirty="0" err="1"/>
              <a:t>ArcFace</a:t>
            </a:r>
            <a:r>
              <a:rPr lang="en-US" dirty="0"/>
              <a:t>, </a:t>
            </a:r>
            <a:r>
              <a:rPr lang="en-US" dirty="0" err="1"/>
              <a:t>FaceNet</a:t>
            </a:r>
            <a:r>
              <a:rPr lang="en-US" dirty="0"/>
              <a:t> + KNN) also perform strongly—particularly in classification—but depend on clean, consistent inputs and can falter in verification if embeddings are poorly aligned. In contrast, traditional techniques such as PCA and LBP lag behind, even with augmentation, and are inadequate for high-accuracy face recognition. Overall, data augmentation significantly enhances CNN performance and is a key component for achieving robust, reliable results.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21</a:t>
            </a:fld>
            <a:endParaRPr lang="es-ES"/>
          </a:p>
        </p:txBody>
      </p:sp>
    </p:spTree>
    <p:extLst>
      <p:ext uri="{BB962C8B-B14F-4D97-AF65-F5344CB8AC3E}">
        <p14:creationId xmlns:p14="http://schemas.microsoft.com/office/powerpoint/2010/main" val="737016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top-performing models used are open source, making them easy to adopt without licensing constraints. With proper preprocessing and task-specific tuning, they can match commercial solutions in real-world uses like security or ID checks. Still, success depends on more than model choice—it requires consistent pipelines, domain adaptation, and optimization for the target device.</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22</a:t>
            </a:fld>
            <a:endParaRPr lang="es-ES"/>
          </a:p>
        </p:txBody>
      </p:sp>
    </p:spTree>
    <p:extLst>
      <p:ext uri="{BB962C8B-B14F-4D97-AF65-F5344CB8AC3E}">
        <p14:creationId xmlns:p14="http://schemas.microsoft.com/office/powerpoint/2010/main" val="25097043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FaceNet</a:t>
            </a:r>
            <a:r>
              <a:rPr lang="en-US" dirty="0"/>
              <a:t> via </a:t>
            </a:r>
            <a:r>
              <a:rPr lang="en-US" dirty="0" err="1"/>
              <a:t>DeepFace</a:t>
            </a:r>
            <a:r>
              <a:rPr lang="en-US" dirty="0"/>
              <a:t> is the best option: high accuracy, no training time, and fast embedding extraction. MobileNetV2 trains quickly but needs more setup. Classical models are excluded due to low performance.</a:t>
            </a:r>
          </a:p>
          <a:p>
            <a:r>
              <a:rPr lang="en-US" dirty="0"/>
              <a:t>For real-world use, devices like Android phones, laptops, and Linux systems can ship with the model preloaded. At runtime, only embedding extraction (and optional augmentation) is needed — making this setup lightweight, fast, and ideal for on-device face recognition.</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23</a:t>
            </a:fld>
            <a:endParaRPr lang="es-ES"/>
          </a:p>
        </p:txBody>
      </p:sp>
    </p:spTree>
    <p:extLst>
      <p:ext uri="{BB962C8B-B14F-4D97-AF65-F5344CB8AC3E}">
        <p14:creationId xmlns:p14="http://schemas.microsoft.com/office/powerpoint/2010/main" val="3925229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And now a </a:t>
            </a:r>
            <a:r>
              <a:rPr lang="es-ES" dirty="0" err="1"/>
              <a:t>demonstration</a:t>
            </a:r>
            <a:r>
              <a:rPr lang="es-ES" dirty="0"/>
              <a:t> </a:t>
            </a:r>
            <a:r>
              <a:rPr lang="es-ES" dirty="0" err="1"/>
              <a:t>on</a:t>
            </a:r>
            <a:r>
              <a:rPr lang="es-ES" dirty="0"/>
              <a:t> how </a:t>
            </a:r>
            <a:r>
              <a:rPr lang="es-ES" dirty="0" err="1"/>
              <a:t>it</a:t>
            </a:r>
            <a:r>
              <a:rPr lang="es-ES" dirty="0"/>
              <a:t> can be </a:t>
            </a:r>
            <a:r>
              <a:rPr lang="es-ES" dirty="0" err="1"/>
              <a:t>implemented</a:t>
            </a:r>
            <a:r>
              <a:rPr lang="es-ES" dirty="0"/>
              <a:t> with </a:t>
            </a:r>
            <a:r>
              <a:rPr lang="es-ES" dirty="0" err="1"/>
              <a:t>streamlit</a:t>
            </a:r>
            <a:r>
              <a:rPr lang="es-ES" dirty="0"/>
              <a:t> as a fase ID </a:t>
            </a:r>
            <a:r>
              <a:rPr lang="es-ES" dirty="0" err="1"/>
              <a:t>login</a:t>
            </a:r>
            <a:r>
              <a:rPr lang="es-ES" dirty="0"/>
              <a:t> </a:t>
            </a:r>
            <a:r>
              <a:rPr lang="es-ES" dirty="0" err="1"/>
              <a:t>system</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24</a:t>
            </a:fld>
            <a:endParaRPr lang="es-ES"/>
          </a:p>
        </p:txBody>
      </p:sp>
    </p:spTree>
    <p:extLst>
      <p:ext uri="{BB962C8B-B14F-4D97-AF65-F5344CB8AC3E}">
        <p14:creationId xmlns:p14="http://schemas.microsoft.com/office/powerpoint/2010/main" val="1448371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err="1"/>
              <a:t>Thank</a:t>
            </a:r>
            <a:r>
              <a:rPr lang="es-ES" dirty="0"/>
              <a:t> you </a:t>
            </a:r>
            <a:r>
              <a:rPr lang="es-ES" dirty="0" err="1"/>
              <a:t>for</a:t>
            </a:r>
            <a:r>
              <a:rPr lang="es-ES" dirty="0"/>
              <a:t> </a:t>
            </a:r>
            <a:r>
              <a:rPr lang="es-ES" dirty="0" err="1"/>
              <a:t>listening</a:t>
            </a:r>
            <a:r>
              <a:rPr lang="es-ES" dirty="0"/>
              <a:t>, I </a:t>
            </a:r>
            <a:r>
              <a:rPr lang="es-ES" dirty="0" err="1"/>
              <a:t>will</a:t>
            </a:r>
            <a:r>
              <a:rPr lang="es-ES" dirty="0"/>
              <a:t> be happy now to answer </a:t>
            </a:r>
            <a:r>
              <a:rPr lang="es-ES" dirty="0" err="1"/>
              <a:t>any</a:t>
            </a:r>
            <a:r>
              <a:rPr lang="es-ES" dirty="0"/>
              <a:t> </a:t>
            </a:r>
            <a:r>
              <a:rPr lang="es-ES" dirty="0" err="1"/>
              <a:t>questions</a:t>
            </a:r>
            <a:endParaRPr lang="es-ES" dirty="0"/>
          </a:p>
        </p:txBody>
      </p:sp>
      <p:sp>
        <p:nvSpPr>
          <p:cNvPr id="4" name="Slide Number Placeholder 3"/>
          <p:cNvSpPr>
            <a:spLocks noGrp="1"/>
          </p:cNvSpPr>
          <p:nvPr>
            <p:ph type="sldNum" sz="quarter" idx="5"/>
          </p:nvPr>
        </p:nvSpPr>
        <p:spPr/>
        <p:txBody>
          <a:bodyPr/>
          <a:lstStyle/>
          <a:p>
            <a:fld id="{297B618C-8880-408A-ADC2-B88998EA0782}" type="slidenum">
              <a:rPr lang="es-ES" smtClean="0"/>
              <a:t>25</a:t>
            </a:fld>
            <a:endParaRPr lang="es-ES"/>
          </a:p>
        </p:txBody>
      </p:sp>
    </p:spTree>
    <p:extLst>
      <p:ext uri="{BB962C8B-B14F-4D97-AF65-F5344CB8AC3E}">
        <p14:creationId xmlns:p14="http://schemas.microsoft.com/office/powerpoint/2010/main" val="3040863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7/3/2025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05322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7/3/2025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9694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7/3/2025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165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7/3/2025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0010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7/3/2025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86121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7/3/2025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74454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7/3/2025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6360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7/3/2025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04037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7/3/2025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36276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7/3/2025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73116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7/3/2025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39486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C000">
                <a:alpha val="20000"/>
              </a:srgbClr>
            </a:gs>
            <a:gs pos="51000">
              <a:schemeClr val="accent1">
                <a:lumMod val="45000"/>
                <a:lumOff val="55000"/>
                <a:alpha val="20000"/>
              </a:schemeClr>
            </a:gs>
            <a:gs pos="100000">
              <a:schemeClr val="accent3">
                <a:lumMod val="100000"/>
                <a:alpha val="50000"/>
              </a:schemeClr>
            </a:gs>
          </a:gsLst>
          <a:lin ang="27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7/3/2025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12" name="Oval 11">
            <a:extLst>
              <a:ext uri="{FF2B5EF4-FFF2-40B4-BE49-F238E27FC236}">
                <a16:creationId xmlns:a16="http://schemas.microsoft.com/office/drawing/2014/main" id="{A894C460-63C4-8261-F418-5BB89B994137}"/>
              </a:ext>
            </a:extLst>
          </p:cNvPr>
          <p:cNvSpPr/>
          <p:nvPr userDrawn="1"/>
        </p:nvSpPr>
        <p:spPr>
          <a:xfrm>
            <a:off x="95092" y="103039"/>
            <a:ext cx="305471" cy="30195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Straight Connector 13">
            <a:extLst>
              <a:ext uri="{FF2B5EF4-FFF2-40B4-BE49-F238E27FC236}">
                <a16:creationId xmlns:a16="http://schemas.microsoft.com/office/drawing/2014/main" id="{3CC60CC5-AD67-CD88-6BEC-08D39E618931}"/>
              </a:ext>
            </a:extLst>
          </p:cNvPr>
          <p:cNvCxnSpPr>
            <a:cxnSpLocks/>
          </p:cNvCxnSpPr>
          <p:nvPr userDrawn="1"/>
        </p:nvCxnSpPr>
        <p:spPr>
          <a:xfrm>
            <a:off x="247828" y="0"/>
            <a:ext cx="0" cy="685800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819209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1.sv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1.jpg"/></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kv"/><Relationship Id="rId1" Type="http://schemas.microsoft.com/office/2007/relationships/media" Target="../media/media1.mkv"/><Relationship Id="rId5" Type="http://schemas.openxmlformats.org/officeDocument/2006/relationships/image" Target="../media/image61.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1BA7680-B1FB-4B6B-2155-45DD5D6C4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obot with human face">
            <a:extLst>
              <a:ext uri="{FF2B5EF4-FFF2-40B4-BE49-F238E27FC236}">
                <a16:creationId xmlns:a16="http://schemas.microsoft.com/office/drawing/2014/main" id="{18BEAACE-C5F7-CA14-A624-4E0ADC6CB1D0}"/>
              </a:ext>
            </a:extLst>
          </p:cNvPr>
          <p:cNvPicPr>
            <a:picLocks noChangeAspect="1"/>
          </p:cNvPicPr>
          <p:nvPr/>
        </p:nvPicPr>
        <p:blipFill>
          <a:blip r:embed="rId3">
            <a:alphaModFix amt="70000"/>
          </a:blip>
          <a:srcRect t="15730"/>
          <a:stretch>
            <a:fillRect/>
          </a:stretch>
        </p:blipFill>
        <p:spPr>
          <a:xfrm>
            <a:off x="20" y="-1"/>
            <a:ext cx="12191980" cy="6858001"/>
          </a:xfrm>
          <a:prstGeom prst="rect">
            <a:avLst/>
          </a:prstGeom>
          <a:gradFill>
            <a:gsLst>
              <a:gs pos="0">
                <a:srgbClr val="FFC000">
                  <a:alpha val="45000"/>
                </a:srgbClr>
              </a:gs>
              <a:gs pos="51000">
                <a:schemeClr val="accent1">
                  <a:lumMod val="45000"/>
                  <a:lumOff val="55000"/>
                  <a:alpha val="40000"/>
                </a:schemeClr>
              </a:gs>
              <a:gs pos="100000">
                <a:schemeClr val="accent3">
                  <a:lumMod val="100000"/>
                  <a:alpha val="90000"/>
                </a:schemeClr>
              </a:gs>
            </a:gsLst>
            <a:lin ang="2700000" scaled="0"/>
          </a:gradFill>
        </p:spPr>
      </p:pic>
      <p:sp>
        <p:nvSpPr>
          <p:cNvPr id="11" name="Rectangle 10">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32383"/>
            <a:ext cx="12192000" cy="4525617"/>
          </a:xfrm>
          <a:prstGeom prst="rect">
            <a:avLst/>
          </a:prstGeom>
          <a:gradFill>
            <a:gsLst>
              <a:gs pos="0">
                <a:srgbClr val="000000">
                  <a:alpha val="0"/>
                </a:srgbClr>
              </a:gs>
              <a:gs pos="55000">
                <a:srgbClr val="000000">
                  <a:alpha val="35000"/>
                </a:srgbClr>
              </a:gs>
              <a:gs pos="100000">
                <a:srgbClr val="000000">
                  <a:alpha val="45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F84BDC-B424-DC49-CB16-C4675039F5B4}"/>
              </a:ext>
            </a:extLst>
          </p:cNvPr>
          <p:cNvSpPr>
            <a:spLocks noGrp="1"/>
          </p:cNvSpPr>
          <p:nvPr>
            <p:ph type="ctrTitle"/>
          </p:nvPr>
        </p:nvSpPr>
        <p:spPr>
          <a:xfrm>
            <a:off x="425331" y="4092167"/>
            <a:ext cx="7985340" cy="2313023"/>
          </a:xfrm>
          <a:noFill/>
          <a:effectLst>
            <a:softEdge rad="1079500"/>
          </a:effectLst>
        </p:spPr>
        <p:txBody>
          <a:bodyPr>
            <a:normAutofit fontScale="90000"/>
          </a:bodyPr>
          <a:lstStyle/>
          <a:p>
            <a:pPr lvl="0" algn="l">
              <a:lnSpc>
                <a:spcPct val="120000"/>
              </a:lnSpc>
              <a:spcBef>
                <a:spcPts val="1000"/>
              </a:spcBef>
            </a:pPr>
            <a:r>
              <a:rPr lang="es-ES" sz="5100" dirty="0" err="1"/>
              <a:t>Face</a:t>
            </a:r>
            <a:r>
              <a:rPr lang="es-ES" sz="5100" dirty="0"/>
              <a:t> </a:t>
            </a:r>
            <a:r>
              <a:rPr lang="es-ES" sz="5100" dirty="0" err="1"/>
              <a:t>Reconition</a:t>
            </a:r>
            <a:r>
              <a:rPr lang="es-ES" sz="5100" dirty="0"/>
              <a:t> </a:t>
            </a:r>
            <a:r>
              <a:rPr lang="es-ES" sz="5100" dirty="0" err="1"/>
              <a:t>for</a:t>
            </a:r>
            <a:br>
              <a:rPr lang="es-ES" sz="5100" dirty="0"/>
            </a:br>
            <a:r>
              <a:rPr lang="es-ES" sz="5100" dirty="0" err="1"/>
              <a:t>Limited</a:t>
            </a:r>
            <a:r>
              <a:rPr lang="es-ES" sz="5100" dirty="0"/>
              <a:t> </a:t>
            </a:r>
            <a:r>
              <a:rPr lang="es-ES" sz="5100" dirty="0" err="1"/>
              <a:t>Resources</a:t>
            </a:r>
            <a:r>
              <a:rPr lang="es-ES" sz="5100" dirty="0"/>
              <a:t> </a:t>
            </a:r>
            <a:r>
              <a:rPr lang="es-ES" sz="5100" dirty="0" err="1"/>
              <a:t>Devices</a:t>
            </a:r>
            <a:br>
              <a:rPr lang="es-ES" sz="5100" dirty="0"/>
            </a:br>
            <a:r>
              <a:rPr lang="es-ES" sz="1900" b="0" dirty="0">
                <a:ea typeface="+mn-ea"/>
                <a:cs typeface="+mn-cs"/>
              </a:rPr>
              <a:t>Computer </a:t>
            </a:r>
            <a:r>
              <a:rPr lang="es-ES" sz="1900" b="0" dirty="0" err="1">
                <a:ea typeface="+mn-ea"/>
                <a:cs typeface="+mn-cs"/>
              </a:rPr>
              <a:t>Vision</a:t>
            </a:r>
            <a:br>
              <a:rPr lang="es-ES" sz="1900" b="0" dirty="0">
                <a:ea typeface="+mn-ea"/>
                <a:cs typeface="+mn-cs"/>
              </a:rPr>
            </a:br>
            <a:r>
              <a:rPr lang="es-ES" sz="1400" b="0" dirty="0">
                <a:ea typeface="+mn-ea"/>
                <a:cs typeface="+mn-cs"/>
              </a:rPr>
              <a:t>By Alvaro Cervan Canton, </a:t>
            </a:r>
            <a:r>
              <a:rPr lang="en-US" sz="1400" b="0" dirty="0">
                <a:ea typeface="+mn-ea"/>
                <a:cs typeface="+mn-cs"/>
              </a:rPr>
              <a:t>Lucerne University of Applied Sciences and Arts, </a:t>
            </a:r>
            <a:r>
              <a:rPr lang="es-ES" sz="1400" b="0" dirty="0">
                <a:ea typeface="+mn-ea"/>
                <a:cs typeface="+mn-cs"/>
              </a:rPr>
              <a:t>2025</a:t>
            </a:r>
            <a:endParaRPr lang="es-ES" sz="5100" dirty="0"/>
          </a:p>
        </p:txBody>
      </p:sp>
    </p:spTree>
    <p:extLst>
      <p:ext uri="{BB962C8B-B14F-4D97-AF65-F5344CB8AC3E}">
        <p14:creationId xmlns:p14="http://schemas.microsoft.com/office/powerpoint/2010/main" val="416179648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3775A-C110-A63C-93AD-B99C7848A4CE}"/>
              </a:ext>
            </a:extLst>
          </p:cNvPr>
          <p:cNvSpPr>
            <a:spLocks noGrp="1"/>
          </p:cNvSpPr>
          <p:nvPr>
            <p:ph type="title"/>
          </p:nvPr>
        </p:nvSpPr>
        <p:spPr/>
        <p:txBody>
          <a:bodyPr/>
          <a:lstStyle/>
          <a:p>
            <a:r>
              <a:rPr lang="es-ES" dirty="0" err="1"/>
              <a:t>Outline</a:t>
            </a:r>
            <a:endParaRPr lang="es-ES" dirty="0"/>
          </a:p>
        </p:txBody>
      </p:sp>
      <p:sp>
        <p:nvSpPr>
          <p:cNvPr id="3" name="Content Placeholder 2">
            <a:extLst>
              <a:ext uri="{FF2B5EF4-FFF2-40B4-BE49-F238E27FC236}">
                <a16:creationId xmlns:a16="http://schemas.microsoft.com/office/drawing/2014/main" id="{606E7247-E421-8506-0F65-3045771A4B29}"/>
              </a:ext>
            </a:extLst>
          </p:cNvPr>
          <p:cNvSpPr>
            <a:spLocks noGrp="1"/>
          </p:cNvSpPr>
          <p:nvPr>
            <p:ph idx="1"/>
          </p:nvPr>
        </p:nvSpPr>
        <p:spPr/>
        <p:txBody>
          <a:bodyPr/>
          <a:lstStyle/>
          <a:p>
            <a:r>
              <a:rPr lang="es-ES" dirty="0" err="1"/>
              <a:t>Definition</a:t>
            </a:r>
            <a:r>
              <a:rPr lang="es-ES" dirty="0"/>
              <a:t>, </a:t>
            </a:r>
            <a:r>
              <a:rPr lang="es-ES" dirty="0" err="1"/>
              <a:t>motivation</a:t>
            </a:r>
            <a:r>
              <a:rPr lang="es-ES" dirty="0"/>
              <a:t> and </a:t>
            </a:r>
            <a:r>
              <a:rPr lang="es-ES" dirty="0" err="1"/>
              <a:t>goals</a:t>
            </a:r>
            <a:endParaRPr lang="es-ES" dirty="0"/>
          </a:p>
          <a:p>
            <a:r>
              <a:rPr lang="es-ES" dirty="0" err="1"/>
              <a:t>Datasets</a:t>
            </a:r>
            <a:endParaRPr lang="es-ES" dirty="0"/>
          </a:p>
          <a:p>
            <a:r>
              <a:rPr lang="es-ES" dirty="0" err="1"/>
              <a:t>Models</a:t>
            </a:r>
            <a:r>
              <a:rPr lang="es-ES" dirty="0"/>
              <a:t> and performance</a:t>
            </a:r>
          </a:p>
          <a:p>
            <a:r>
              <a:rPr lang="es-ES" dirty="0" err="1"/>
              <a:t>Evaluation</a:t>
            </a:r>
            <a:r>
              <a:rPr lang="es-ES" dirty="0"/>
              <a:t>:</a:t>
            </a:r>
          </a:p>
          <a:p>
            <a:pPr lvl="1"/>
            <a:r>
              <a:rPr lang="es-ES" dirty="0" err="1"/>
              <a:t>Classification</a:t>
            </a:r>
            <a:endParaRPr lang="es-ES" dirty="0"/>
          </a:p>
          <a:p>
            <a:pPr lvl="1"/>
            <a:r>
              <a:rPr lang="es-ES" dirty="0" err="1"/>
              <a:t>Validation</a:t>
            </a:r>
            <a:r>
              <a:rPr lang="es-ES" dirty="0"/>
              <a:t> 1:1</a:t>
            </a:r>
          </a:p>
          <a:p>
            <a:r>
              <a:rPr lang="es-ES" dirty="0" err="1"/>
              <a:t>Conclusion</a:t>
            </a:r>
            <a:endParaRPr lang="es-ES" dirty="0"/>
          </a:p>
          <a:p>
            <a:r>
              <a:rPr lang="es-ES" dirty="0" err="1"/>
              <a:t>Face</a:t>
            </a:r>
            <a:r>
              <a:rPr lang="es-ES" dirty="0"/>
              <a:t> ID demo App</a:t>
            </a:r>
          </a:p>
          <a:p>
            <a:r>
              <a:rPr lang="es-ES" dirty="0"/>
              <a:t>Q&amp;A</a:t>
            </a:r>
          </a:p>
        </p:txBody>
      </p:sp>
    </p:spTree>
    <p:extLst>
      <p:ext uri="{BB962C8B-B14F-4D97-AF65-F5344CB8AC3E}">
        <p14:creationId xmlns:p14="http://schemas.microsoft.com/office/powerpoint/2010/main" val="1274193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29F1-C255-9350-4B4B-4E3B2FD0F7CD}"/>
              </a:ext>
            </a:extLst>
          </p:cNvPr>
          <p:cNvSpPr>
            <a:spLocks noGrp="1"/>
          </p:cNvSpPr>
          <p:nvPr>
            <p:ph type="title"/>
          </p:nvPr>
        </p:nvSpPr>
        <p:spPr/>
        <p:txBody>
          <a:bodyPr anchor="t">
            <a:normAutofit/>
          </a:bodyPr>
          <a:lstStyle/>
          <a:p>
            <a:r>
              <a:rPr lang="es-ES" dirty="0"/>
              <a:t>What is </a:t>
            </a:r>
            <a:r>
              <a:rPr lang="es-ES" dirty="0" err="1"/>
              <a:t>Face</a:t>
            </a:r>
            <a:r>
              <a:rPr lang="es-ES" dirty="0"/>
              <a:t> </a:t>
            </a:r>
            <a:r>
              <a:rPr lang="es-ES" dirty="0" err="1"/>
              <a:t>Recognition</a:t>
            </a:r>
            <a:r>
              <a:rPr lang="es-ES" dirty="0"/>
              <a:t>?</a:t>
            </a:r>
          </a:p>
        </p:txBody>
      </p:sp>
      <p:graphicFrame>
        <p:nvGraphicFramePr>
          <p:cNvPr id="5" name="Content Placeholder 2">
            <a:extLst>
              <a:ext uri="{FF2B5EF4-FFF2-40B4-BE49-F238E27FC236}">
                <a16:creationId xmlns:a16="http://schemas.microsoft.com/office/drawing/2014/main" id="{F0D97ACE-678C-07A3-CE95-DF5DB0F3B003}"/>
              </a:ext>
            </a:extLst>
          </p:cNvPr>
          <p:cNvGraphicFramePr>
            <a:graphicFrameLocks noGrp="1"/>
          </p:cNvGraphicFramePr>
          <p:nvPr>
            <p:ph idx="1"/>
            <p:extLst>
              <p:ext uri="{D42A27DB-BD31-4B8C-83A1-F6EECF244321}">
                <p14:modId xmlns:p14="http://schemas.microsoft.com/office/powerpoint/2010/main" val="209643470"/>
              </p:ext>
            </p:extLst>
          </p:nvPr>
        </p:nvGraphicFramePr>
        <p:xfrm>
          <a:off x="612775" y="1716088"/>
          <a:ext cx="10653713" cy="4592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2454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A2A6A-7218-6D05-9E39-DAF42C2CBF0E}"/>
              </a:ext>
            </a:extLst>
          </p:cNvPr>
          <p:cNvSpPr>
            <a:spLocks noGrp="1"/>
          </p:cNvSpPr>
          <p:nvPr>
            <p:ph type="title"/>
          </p:nvPr>
        </p:nvSpPr>
        <p:spPr/>
        <p:txBody>
          <a:bodyPr anchor="t">
            <a:normAutofit/>
          </a:bodyPr>
          <a:lstStyle/>
          <a:p>
            <a:r>
              <a:rPr lang="es-ES" dirty="0"/>
              <a:t>Project </a:t>
            </a:r>
            <a:r>
              <a:rPr lang="es-ES" dirty="0" err="1"/>
              <a:t>Objective</a:t>
            </a:r>
            <a:r>
              <a:rPr lang="es-ES" dirty="0"/>
              <a:t> and </a:t>
            </a:r>
            <a:r>
              <a:rPr lang="es-ES" dirty="0" err="1"/>
              <a:t>Motivation</a:t>
            </a:r>
            <a:endParaRPr lang="es-ES" dirty="0"/>
          </a:p>
        </p:txBody>
      </p:sp>
      <p:graphicFrame>
        <p:nvGraphicFramePr>
          <p:cNvPr id="5" name="Content Placeholder 2">
            <a:extLst>
              <a:ext uri="{FF2B5EF4-FFF2-40B4-BE49-F238E27FC236}">
                <a16:creationId xmlns:a16="http://schemas.microsoft.com/office/drawing/2014/main" id="{E7B05B59-D0E0-3574-DE19-635007A5514C}"/>
              </a:ext>
            </a:extLst>
          </p:cNvPr>
          <p:cNvGraphicFramePr>
            <a:graphicFrameLocks noGrp="1"/>
          </p:cNvGraphicFramePr>
          <p:nvPr>
            <p:ph idx="1"/>
            <p:extLst>
              <p:ext uri="{D42A27DB-BD31-4B8C-83A1-F6EECF244321}">
                <p14:modId xmlns:p14="http://schemas.microsoft.com/office/powerpoint/2010/main" val="3370752328"/>
              </p:ext>
            </p:extLst>
          </p:nvPr>
        </p:nvGraphicFramePr>
        <p:xfrm>
          <a:off x="612775" y="1716088"/>
          <a:ext cx="10653713" cy="4592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9096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8014F-0FFD-174B-D16F-11B42F948C3A}"/>
              </a:ext>
            </a:extLst>
          </p:cNvPr>
          <p:cNvSpPr>
            <a:spLocks noGrp="1"/>
          </p:cNvSpPr>
          <p:nvPr>
            <p:ph type="title"/>
          </p:nvPr>
        </p:nvSpPr>
        <p:spPr/>
        <p:txBody>
          <a:bodyPr/>
          <a:lstStyle/>
          <a:p>
            <a:r>
              <a:rPr lang="es-ES" dirty="0"/>
              <a:t>The </a:t>
            </a:r>
            <a:r>
              <a:rPr lang="es-ES" dirty="0" err="1"/>
              <a:t>Datasets</a:t>
            </a:r>
            <a:endParaRPr lang="es-ES" dirty="0"/>
          </a:p>
        </p:txBody>
      </p:sp>
      <p:graphicFrame>
        <p:nvGraphicFramePr>
          <p:cNvPr id="6" name="Content Placeholder 2">
            <a:extLst>
              <a:ext uri="{FF2B5EF4-FFF2-40B4-BE49-F238E27FC236}">
                <a16:creationId xmlns:a16="http://schemas.microsoft.com/office/drawing/2014/main" id="{C76CFDCB-329D-7035-FAFF-E8016737B819}"/>
              </a:ext>
            </a:extLst>
          </p:cNvPr>
          <p:cNvGraphicFramePr>
            <a:graphicFrameLocks noGrp="1"/>
          </p:cNvGraphicFramePr>
          <p:nvPr>
            <p:ph idx="1"/>
            <p:extLst>
              <p:ext uri="{D42A27DB-BD31-4B8C-83A1-F6EECF244321}">
                <p14:modId xmlns:p14="http://schemas.microsoft.com/office/powerpoint/2010/main" val="1962670462"/>
              </p:ext>
            </p:extLst>
          </p:nvPr>
        </p:nvGraphicFramePr>
        <p:xfrm>
          <a:off x="612647" y="1715532"/>
          <a:ext cx="10653579" cy="3992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Rounded Corners 3">
            <a:extLst>
              <a:ext uri="{FF2B5EF4-FFF2-40B4-BE49-F238E27FC236}">
                <a16:creationId xmlns:a16="http://schemas.microsoft.com/office/drawing/2014/main" id="{BD029C9D-BD38-07FC-9050-8BEFA4DC9291}"/>
              </a:ext>
            </a:extLst>
          </p:cNvPr>
          <p:cNvSpPr/>
          <p:nvPr/>
        </p:nvSpPr>
        <p:spPr>
          <a:xfrm>
            <a:off x="769211" y="5708073"/>
            <a:ext cx="10653578" cy="955964"/>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To </a:t>
            </a:r>
            <a:r>
              <a:rPr lang="es-ES" dirty="0" err="1">
                <a:solidFill>
                  <a:schemeClr val="tx1"/>
                </a:solidFill>
              </a:rPr>
              <a:t>avoid</a:t>
            </a:r>
            <a:r>
              <a:rPr lang="es-ES" dirty="0">
                <a:solidFill>
                  <a:schemeClr val="tx1"/>
                </a:solidFill>
              </a:rPr>
              <a:t> a </a:t>
            </a:r>
            <a:r>
              <a:rPr lang="es-ES" dirty="0" err="1">
                <a:solidFill>
                  <a:schemeClr val="tx1"/>
                </a:solidFill>
              </a:rPr>
              <a:t>previous</a:t>
            </a:r>
            <a:r>
              <a:rPr lang="es-ES" dirty="0">
                <a:solidFill>
                  <a:schemeClr val="tx1"/>
                </a:solidFill>
              </a:rPr>
              <a:t> </a:t>
            </a:r>
            <a:r>
              <a:rPr lang="es-ES" b="1" dirty="0">
                <a:solidFill>
                  <a:schemeClr val="tx1"/>
                </a:solidFill>
              </a:rPr>
              <a:t>data </a:t>
            </a:r>
            <a:r>
              <a:rPr lang="es-ES" b="1" dirty="0" err="1">
                <a:solidFill>
                  <a:schemeClr val="tx1"/>
                </a:solidFill>
              </a:rPr>
              <a:t>leakage</a:t>
            </a:r>
            <a:r>
              <a:rPr lang="es-ES" dirty="0">
                <a:solidFill>
                  <a:schemeClr val="tx1"/>
                </a:solidFill>
              </a:rPr>
              <a:t>, the Split is done 70% - 15% - 15% in a non-</a:t>
            </a:r>
            <a:r>
              <a:rPr lang="es-ES" dirty="0" err="1">
                <a:solidFill>
                  <a:schemeClr val="tx1"/>
                </a:solidFill>
              </a:rPr>
              <a:t>random</a:t>
            </a:r>
            <a:r>
              <a:rPr lang="es-ES" dirty="0">
                <a:solidFill>
                  <a:schemeClr val="tx1"/>
                </a:solidFill>
              </a:rPr>
              <a:t> way, </a:t>
            </a:r>
            <a:r>
              <a:rPr lang="es-ES" dirty="0" err="1">
                <a:solidFill>
                  <a:schemeClr val="tx1"/>
                </a:solidFill>
              </a:rPr>
              <a:t>making</a:t>
            </a:r>
            <a:r>
              <a:rPr lang="es-ES" dirty="0">
                <a:solidFill>
                  <a:schemeClr val="tx1"/>
                </a:solidFill>
              </a:rPr>
              <a:t> </a:t>
            </a:r>
            <a:r>
              <a:rPr lang="es-ES" dirty="0" err="1">
                <a:solidFill>
                  <a:schemeClr val="tx1"/>
                </a:solidFill>
              </a:rPr>
              <a:t>it</a:t>
            </a:r>
            <a:r>
              <a:rPr lang="es-ES" dirty="0">
                <a:solidFill>
                  <a:schemeClr val="tx1"/>
                </a:solidFill>
              </a:rPr>
              <a:t> </a:t>
            </a:r>
            <a:r>
              <a:rPr lang="es-ES" dirty="0" err="1">
                <a:solidFill>
                  <a:schemeClr val="tx1"/>
                </a:solidFill>
              </a:rPr>
              <a:t>deterministic</a:t>
            </a:r>
            <a:r>
              <a:rPr lang="es-ES" dirty="0">
                <a:solidFill>
                  <a:schemeClr val="tx1"/>
                </a:solidFill>
              </a:rPr>
              <a:t> and </a:t>
            </a:r>
            <a:r>
              <a:rPr lang="es-ES" dirty="0" err="1">
                <a:solidFill>
                  <a:schemeClr val="tx1"/>
                </a:solidFill>
              </a:rPr>
              <a:t>checking</a:t>
            </a:r>
            <a:r>
              <a:rPr lang="es-ES" dirty="0">
                <a:solidFill>
                  <a:schemeClr val="tx1"/>
                </a:solidFill>
              </a:rPr>
              <a:t> that </a:t>
            </a:r>
            <a:r>
              <a:rPr lang="es-ES" dirty="0" err="1">
                <a:solidFill>
                  <a:schemeClr val="tx1"/>
                </a:solidFill>
              </a:rPr>
              <a:t>all</a:t>
            </a:r>
            <a:r>
              <a:rPr lang="es-ES" dirty="0">
                <a:solidFill>
                  <a:schemeClr val="tx1"/>
                </a:solidFill>
              </a:rPr>
              <a:t> 4 </a:t>
            </a:r>
            <a:r>
              <a:rPr lang="es-ES" dirty="0" err="1">
                <a:solidFill>
                  <a:schemeClr val="tx1"/>
                </a:solidFill>
              </a:rPr>
              <a:t>images</a:t>
            </a:r>
            <a:r>
              <a:rPr lang="es-ES" dirty="0">
                <a:solidFill>
                  <a:schemeClr val="tx1"/>
                </a:solidFill>
              </a:rPr>
              <a:t> (original + 3 </a:t>
            </a:r>
            <a:r>
              <a:rPr lang="es-ES" dirty="0" err="1">
                <a:solidFill>
                  <a:schemeClr val="tx1"/>
                </a:solidFill>
              </a:rPr>
              <a:t>augmented</a:t>
            </a:r>
            <a:r>
              <a:rPr lang="es-ES" dirty="0">
                <a:solidFill>
                  <a:schemeClr val="tx1"/>
                </a:solidFill>
              </a:rPr>
              <a:t>) were in a single Split.</a:t>
            </a:r>
          </a:p>
        </p:txBody>
      </p:sp>
    </p:spTree>
    <p:extLst>
      <p:ext uri="{BB962C8B-B14F-4D97-AF65-F5344CB8AC3E}">
        <p14:creationId xmlns:p14="http://schemas.microsoft.com/office/powerpoint/2010/main" val="1625124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BA345-6744-3FE7-3680-97566F1F098F}"/>
              </a:ext>
            </a:extLst>
          </p:cNvPr>
          <p:cNvSpPr>
            <a:spLocks noGrp="1"/>
          </p:cNvSpPr>
          <p:nvPr>
            <p:ph type="title"/>
          </p:nvPr>
        </p:nvSpPr>
        <p:spPr/>
        <p:txBody>
          <a:bodyPr anchor="t">
            <a:normAutofit/>
          </a:bodyPr>
          <a:lstStyle/>
          <a:p>
            <a:r>
              <a:rPr lang="es-ES" dirty="0" err="1"/>
              <a:t>Models</a:t>
            </a:r>
            <a:endParaRPr lang="es-ES" dirty="0"/>
          </a:p>
        </p:txBody>
      </p:sp>
      <p:graphicFrame>
        <p:nvGraphicFramePr>
          <p:cNvPr id="8" name="Content Placeholder 2">
            <a:extLst>
              <a:ext uri="{FF2B5EF4-FFF2-40B4-BE49-F238E27FC236}">
                <a16:creationId xmlns:a16="http://schemas.microsoft.com/office/drawing/2014/main" id="{F2EDDB90-0792-1754-2C83-E79750FB4841}"/>
              </a:ext>
            </a:extLst>
          </p:cNvPr>
          <p:cNvGraphicFramePr>
            <a:graphicFrameLocks noGrp="1"/>
          </p:cNvGraphicFramePr>
          <p:nvPr>
            <p:ph idx="1"/>
            <p:extLst>
              <p:ext uri="{D42A27DB-BD31-4B8C-83A1-F6EECF244321}">
                <p14:modId xmlns:p14="http://schemas.microsoft.com/office/powerpoint/2010/main" val="782085983"/>
              </p:ext>
            </p:extLst>
          </p:nvPr>
        </p:nvGraphicFramePr>
        <p:xfrm>
          <a:off x="612775" y="1716088"/>
          <a:ext cx="10653713" cy="4592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5071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ollage of images of a person's face&#10;&#10;Description automatically generated">
            <a:extLst>
              <a:ext uri="{FF2B5EF4-FFF2-40B4-BE49-F238E27FC236}">
                <a16:creationId xmlns:a16="http://schemas.microsoft.com/office/drawing/2014/main" id="{19EFF18C-9660-9BDE-5281-E9BE5B9CEF6B}"/>
              </a:ext>
            </a:extLst>
          </p:cNvPr>
          <p:cNvPicPr>
            <a:picLocks noChangeAspect="1"/>
          </p:cNvPicPr>
          <p:nvPr/>
        </p:nvPicPr>
        <p:blipFill>
          <a:blip r:embed="rId3">
            <a:alphaModFix amt="36000"/>
            <a:extLst>
              <a:ext uri="{28A0092B-C50C-407E-A947-70E740481C1C}">
                <a14:useLocalDpi xmlns:a14="http://schemas.microsoft.com/office/drawing/2010/main" val="0"/>
              </a:ext>
            </a:extLst>
          </a:blip>
          <a:stretch>
            <a:fillRect/>
          </a:stretch>
        </p:blipFill>
        <p:spPr>
          <a:xfrm>
            <a:off x="5900301" y="1"/>
            <a:ext cx="8763965" cy="6857999"/>
          </a:xfrm>
          <a:prstGeom prst="rect">
            <a:avLst/>
          </a:prstGeom>
        </p:spPr>
      </p:pic>
      <p:sp>
        <p:nvSpPr>
          <p:cNvPr id="2" name="Title 1">
            <a:extLst>
              <a:ext uri="{FF2B5EF4-FFF2-40B4-BE49-F238E27FC236}">
                <a16:creationId xmlns:a16="http://schemas.microsoft.com/office/drawing/2014/main" id="{ABAA091E-A79B-A64F-5B66-50BDC9382FAC}"/>
              </a:ext>
            </a:extLst>
          </p:cNvPr>
          <p:cNvSpPr>
            <a:spLocks noGrp="1"/>
          </p:cNvSpPr>
          <p:nvPr>
            <p:ph type="title"/>
          </p:nvPr>
        </p:nvSpPr>
        <p:spPr/>
        <p:txBody>
          <a:bodyPr/>
          <a:lstStyle/>
          <a:p>
            <a:r>
              <a:rPr lang="es-ES" dirty="0" err="1"/>
              <a:t>Models</a:t>
            </a:r>
            <a:r>
              <a:rPr lang="es-ES" dirty="0"/>
              <a:t>: </a:t>
            </a:r>
            <a:r>
              <a:rPr lang="es-ES" dirty="0" err="1"/>
              <a:t>Classical</a:t>
            </a:r>
            <a:r>
              <a:rPr lang="es-ES" dirty="0"/>
              <a:t> </a:t>
            </a:r>
            <a:r>
              <a:rPr lang="es-ES" dirty="0" err="1"/>
              <a:t>Approaches</a:t>
            </a:r>
            <a:r>
              <a:rPr lang="es-ES" dirty="0"/>
              <a:t> - PCA</a:t>
            </a:r>
          </a:p>
        </p:txBody>
      </p:sp>
      <p:sp>
        <p:nvSpPr>
          <p:cNvPr id="3" name="Content Placeholder 2">
            <a:extLst>
              <a:ext uri="{FF2B5EF4-FFF2-40B4-BE49-F238E27FC236}">
                <a16:creationId xmlns:a16="http://schemas.microsoft.com/office/drawing/2014/main" id="{E60DA390-2E8B-082C-7D4C-CC5FE49679EE}"/>
              </a:ext>
            </a:extLst>
          </p:cNvPr>
          <p:cNvSpPr>
            <a:spLocks noGrp="1"/>
          </p:cNvSpPr>
          <p:nvPr>
            <p:ph idx="1"/>
          </p:nvPr>
        </p:nvSpPr>
        <p:spPr>
          <a:noFill/>
        </p:spPr>
        <p:txBody>
          <a:bodyPr>
            <a:normAutofit lnSpcReduction="10000"/>
          </a:bodyPr>
          <a:lstStyle/>
          <a:p>
            <a:r>
              <a:rPr lang="en-US" b="1" dirty="0"/>
              <a:t>PCA (Principal Component Analysis) </a:t>
            </a:r>
            <a:r>
              <a:rPr lang="en-US" dirty="0"/>
              <a:t>reduces high-dimensional image data into the most important features (called principal components).</a:t>
            </a:r>
          </a:p>
          <a:p>
            <a:r>
              <a:rPr lang="en-US" b="1" dirty="0"/>
              <a:t>KNN (K-Nearest Neighbors) </a:t>
            </a:r>
            <a:r>
              <a:rPr lang="en-US" dirty="0"/>
              <a:t>classifies a face by comparing it to the most similar examples in the training set.</a:t>
            </a:r>
          </a:p>
          <a:p>
            <a:r>
              <a:rPr lang="en-US" dirty="0"/>
              <a:t>Results:</a:t>
            </a:r>
          </a:p>
          <a:p>
            <a:pPr lvl="1"/>
            <a:r>
              <a:rPr lang="en-US" sz="2000" dirty="0"/>
              <a:t>    Original Dataset:</a:t>
            </a:r>
          </a:p>
          <a:p>
            <a:pPr lvl="2"/>
            <a:r>
              <a:rPr lang="en-US" dirty="0"/>
              <a:t>    </a:t>
            </a:r>
            <a:r>
              <a:rPr lang="en-US" sz="1800" dirty="0"/>
              <a:t>Accuracy: </a:t>
            </a:r>
            <a:r>
              <a:rPr lang="en-US" sz="1800" b="1" dirty="0"/>
              <a:t>21.15%</a:t>
            </a:r>
            <a:r>
              <a:rPr lang="en-US" sz="1800" dirty="0"/>
              <a:t> — struggled with class separation.</a:t>
            </a:r>
          </a:p>
          <a:p>
            <a:pPr lvl="1"/>
            <a:r>
              <a:rPr lang="en-US" sz="2000" dirty="0"/>
              <a:t>    With Augmentation:</a:t>
            </a:r>
          </a:p>
          <a:p>
            <a:pPr lvl="2"/>
            <a:r>
              <a:rPr lang="en-US" sz="1800" dirty="0"/>
              <a:t>   	 Accuracy: </a:t>
            </a:r>
            <a:r>
              <a:rPr lang="en-US" sz="1800" b="1" dirty="0"/>
              <a:t>44.34%</a:t>
            </a:r>
            <a:r>
              <a:rPr lang="en-US" sz="1800" dirty="0"/>
              <a:t> — improved due to more diverse training samples.</a:t>
            </a:r>
          </a:p>
          <a:p>
            <a:r>
              <a:rPr lang="en-US" dirty="0"/>
              <a:t>Conclusion: PCA + KNN is </a:t>
            </a:r>
            <a:r>
              <a:rPr lang="en-US" b="1" u="sng" dirty="0"/>
              <a:t>simple and fast</a:t>
            </a:r>
            <a:r>
              <a:rPr lang="en-US" dirty="0"/>
              <a:t>, but lacks the robustness of modern deep learning methods. Augmentation helps, but performance is still limited.</a:t>
            </a:r>
            <a:endParaRPr lang="es-ES" dirty="0"/>
          </a:p>
        </p:txBody>
      </p:sp>
    </p:spTree>
    <p:extLst>
      <p:ext uri="{BB962C8B-B14F-4D97-AF65-F5344CB8AC3E}">
        <p14:creationId xmlns:p14="http://schemas.microsoft.com/office/powerpoint/2010/main" val="3056003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8549E6-5096-71B8-77A9-F419BAD87D42}"/>
              </a:ext>
            </a:extLst>
          </p:cNvPr>
          <p:cNvPicPr>
            <a:picLocks noChangeAspect="1"/>
          </p:cNvPicPr>
          <p:nvPr/>
        </p:nvPicPr>
        <p:blipFill rotWithShape="1">
          <a:blip r:embed="rId3"/>
          <a:srcRect l="55092"/>
          <a:stretch/>
        </p:blipFill>
        <p:spPr>
          <a:xfrm>
            <a:off x="8500534" y="1114769"/>
            <a:ext cx="3691466" cy="4573909"/>
          </a:xfrm>
          <a:prstGeom prst="rect">
            <a:avLst/>
          </a:prstGeom>
        </p:spPr>
      </p:pic>
      <p:pic>
        <p:nvPicPr>
          <p:cNvPr id="6" name="Picture 5" descr="A collage of a person&#10;&#10;Description automatically generated">
            <a:extLst>
              <a:ext uri="{FF2B5EF4-FFF2-40B4-BE49-F238E27FC236}">
                <a16:creationId xmlns:a16="http://schemas.microsoft.com/office/drawing/2014/main" id="{973C4CC3-B0AC-B046-E999-E6504C4AD5DD}"/>
              </a:ext>
            </a:extLst>
          </p:cNvPr>
          <p:cNvPicPr>
            <a:picLocks noChangeAspect="1"/>
          </p:cNvPicPr>
          <p:nvPr/>
        </p:nvPicPr>
        <p:blipFill rotWithShape="1">
          <a:blip r:embed="rId4">
            <a:alphaModFix amt="40000"/>
            <a:extLst>
              <a:ext uri="{28A0092B-C50C-407E-A947-70E740481C1C}">
                <a14:useLocalDpi xmlns:a14="http://schemas.microsoft.com/office/drawing/2010/main" val="0"/>
              </a:ext>
            </a:extLst>
          </a:blip>
          <a:srcRect r="55150"/>
          <a:stretch/>
        </p:blipFill>
        <p:spPr>
          <a:xfrm>
            <a:off x="5756365" y="1114769"/>
            <a:ext cx="3539244" cy="4573909"/>
          </a:xfrm>
          <a:prstGeom prst="rect">
            <a:avLst/>
          </a:prstGeom>
        </p:spPr>
      </p:pic>
      <p:sp>
        <p:nvSpPr>
          <p:cNvPr id="2" name="Title 1">
            <a:extLst>
              <a:ext uri="{FF2B5EF4-FFF2-40B4-BE49-F238E27FC236}">
                <a16:creationId xmlns:a16="http://schemas.microsoft.com/office/drawing/2014/main" id="{ABAA091E-A79B-A64F-5B66-50BDC9382FAC}"/>
              </a:ext>
            </a:extLst>
          </p:cNvPr>
          <p:cNvSpPr>
            <a:spLocks noGrp="1"/>
          </p:cNvSpPr>
          <p:nvPr>
            <p:ph type="title"/>
          </p:nvPr>
        </p:nvSpPr>
        <p:spPr/>
        <p:txBody>
          <a:bodyPr/>
          <a:lstStyle/>
          <a:p>
            <a:r>
              <a:rPr lang="es-ES" dirty="0" err="1"/>
              <a:t>Models</a:t>
            </a:r>
            <a:r>
              <a:rPr lang="es-ES" dirty="0"/>
              <a:t>: </a:t>
            </a:r>
            <a:r>
              <a:rPr lang="es-ES" dirty="0" err="1"/>
              <a:t>Classical</a:t>
            </a:r>
            <a:r>
              <a:rPr lang="es-ES" dirty="0"/>
              <a:t> </a:t>
            </a:r>
            <a:r>
              <a:rPr lang="es-ES" dirty="0" err="1"/>
              <a:t>Approaches</a:t>
            </a:r>
            <a:r>
              <a:rPr lang="es-ES" dirty="0"/>
              <a:t> - LBP</a:t>
            </a:r>
          </a:p>
        </p:txBody>
      </p:sp>
      <p:sp>
        <p:nvSpPr>
          <p:cNvPr id="3" name="Content Placeholder 2">
            <a:extLst>
              <a:ext uri="{FF2B5EF4-FFF2-40B4-BE49-F238E27FC236}">
                <a16:creationId xmlns:a16="http://schemas.microsoft.com/office/drawing/2014/main" id="{E60DA390-2E8B-082C-7D4C-CC5FE49679EE}"/>
              </a:ext>
            </a:extLst>
          </p:cNvPr>
          <p:cNvSpPr>
            <a:spLocks noGrp="1"/>
          </p:cNvSpPr>
          <p:nvPr>
            <p:ph idx="1"/>
          </p:nvPr>
        </p:nvSpPr>
        <p:spPr>
          <a:xfrm>
            <a:off x="612648" y="1715531"/>
            <a:ext cx="8002542" cy="4905401"/>
          </a:xfrm>
        </p:spPr>
        <p:txBody>
          <a:bodyPr>
            <a:normAutofit fontScale="92500"/>
          </a:bodyPr>
          <a:lstStyle/>
          <a:p>
            <a:r>
              <a:rPr lang="es-ES" b="1" dirty="0"/>
              <a:t>LBP (Local </a:t>
            </a:r>
            <a:r>
              <a:rPr lang="es-ES" b="1" dirty="0" err="1"/>
              <a:t>Binary</a:t>
            </a:r>
            <a:r>
              <a:rPr lang="es-ES" b="1" dirty="0"/>
              <a:t> </a:t>
            </a:r>
            <a:r>
              <a:rPr lang="es-ES" b="1" dirty="0" err="1"/>
              <a:t>Patterns</a:t>
            </a:r>
            <a:r>
              <a:rPr lang="es-ES" b="1" dirty="0"/>
              <a:t>) c</a:t>
            </a:r>
            <a:r>
              <a:rPr lang="en-US" dirty="0" err="1"/>
              <a:t>aptures</a:t>
            </a:r>
            <a:r>
              <a:rPr lang="en-US" dirty="0"/>
              <a:t> multi-scale texture features from grayscale images by comparing neighboring pixel intensities.</a:t>
            </a:r>
          </a:p>
          <a:p>
            <a:r>
              <a:rPr lang="es-ES" b="1" dirty="0"/>
              <a:t>SVM (</a:t>
            </a:r>
            <a:r>
              <a:rPr lang="es-ES" b="1" dirty="0" err="1"/>
              <a:t>Support</a:t>
            </a:r>
            <a:r>
              <a:rPr lang="es-ES" b="1" dirty="0"/>
              <a:t> Vector Machine) </a:t>
            </a:r>
            <a:r>
              <a:rPr lang="es-ES" dirty="0"/>
              <a:t>is </a:t>
            </a:r>
            <a:r>
              <a:rPr lang="es-ES" dirty="0" err="1"/>
              <a:t>trained</a:t>
            </a:r>
            <a:r>
              <a:rPr lang="es-ES" dirty="0"/>
              <a:t> </a:t>
            </a:r>
            <a:r>
              <a:rPr lang="es-ES" dirty="0" err="1"/>
              <a:t>on</a:t>
            </a:r>
            <a:r>
              <a:rPr lang="es-ES" dirty="0"/>
              <a:t> </a:t>
            </a:r>
            <a:r>
              <a:rPr lang="es-ES" dirty="0" err="1"/>
              <a:t>these</a:t>
            </a:r>
            <a:r>
              <a:rPr lang="es-ES" dirty="0"/>
              <a:t> </a:t>
            </a:r>
            <a:r>
              <a:rPr lang="es-ES" dirty="0" err="1"/>
              <a:t>features</a:t>
            </a:r>
            <a:r>
              <a:rPr lang="es-ES" dirty="0"/>
              <a:t> to </a:t>
            </a:r>
            <a:r>
              <a:rPr lang="es-ES" dirty="0" err="1"/>
              <a:t>classify</a:t>
            </a:r>
            <a:r>
              <a:rPr lang="es-ES" dirty="0"/>
              <a:t> </a:t>
            </a:r>
            <a:r>
              <a:rPr lang="es-ES" dirty="0" err="1"/>
              <a:t>identities</a:t>
            </a:r>
            <a:r>
              <a:rPr lang="es-ES" dirty="0"/>
              <a:t>.</a:t>
            </a:r>
          </a:p>
          <a:p>
            <a:r>
              <a:rPr lang="es-ES" dirty="0" err="1"/>
              <a:t>Results</a:t>
            </a:r>
            <a:r>
              <a:rPr lang="es-ES" dirty="0"/>
              <a:t>:</a:t>
            </a:r>
          </a:p>
          <a:p>
            <a:pPr lvl="1"/>
            <a:r>
              <a:rPr lang="es-ES" dirty="0"/>
              <a:t>    </a:t>
            </a:r>
            <a:r>
              <a:rPr lang="es-ES" sz="2000" dirty="0"/>
              <a:t>Original </a:t>
            </a:r>
            <a:r>
              <a:rPr lang="es-ES" sz="2000" dirty="0" err="1"/>
              <a:t>Dataset</a:t>
            </a:r>
            <a:r>
              <a:rPr lang="es-ES" sz="2000" dirty="0"/>
              <a:t>:</a:t>
            </a:r>
          </a:p>
          <a:p>
            <a:pPr lvl="2"/>
            <a:r>
              <a:rPr lang="es-ES" sz="1800" dirty="0"/>
              <a:t>    </a:t>
            </a:r>
            <a:r>
              <a:rPr lang="es-ES" sz="1800" dirty="0" err="1"/>
              <a:t>Accuracy</a:t>
            </a:r>
            <a:r>
              <a:rPr lang="es-ES" sz="1800" dirty="0"/>
              <a:t>: </a:t>
            </a:r>
            <a:r>
              <a:rPr lang="es-ES" sz="1800" b="1" dirty="0"/>
              <a:t>30.51%</a:t>
            </a:r>
          </a:p>
          <a:p>
            <a:pPr lvl="1"/>
            <a:r>
              <a:rPr lang="es-ES" dirty="0"/>
              <a:t>    </a:t>
            </a:r>
            <a:r>
              <a:rPr lang="es-ES" sz="2000" dirty="0"/>
              <a:t>With </a:t>
            </a:r>
            <a:r>
              <a:rPr lang="es-ES" sz="2000" dirty="0" err="1"/>
              <a:t>Augmentation</a:t>
            </a:r>
            <a:r>
              <a:rPr lang="es-ES" sz="2000" dirty="0"/>
              <a:t>:</a:t>
            </a:r>
          </a:p>
          <a:p>
            <a:pPr lvl="2"/>
            <a:r>
              <a:rPr lang="es-ES" sz="1800" dirty="0"/>
              <a:t>    </a:t>
            </a:r>
            <a:r>
              <a:rPr lang="es-ES" sz="1800" dirty="0" err="1"/>
              <a:t>Accuracy</a:t>
            </a:r>
            <a:r>
              <a:rPr lang="es-ES" sz="1800" dirty="0"/>
              <a:t>: </a:t>
            </a:r>
            <a:r>
              <a:rPr lang="es-ES" sz="1800" b="1" dirty="0"/>
              <a:t>35.65%</a:t>
            </a:r>
          </a:p>
          <a:p>
            <a:r>
              <a:rPr lang="es-ES" dirty="0" err="1"/>
              <a:t>Conclusion</a:t>
            </a:r>
            <a:r>
              <a:rPr lang="es-ES" dirty="0"/>
              <a:t>: LBP + SVM </a:t>
            </a:r>
            <a:r>
              <a:rPr lang="es-ES" dirty="0" err="1"/>
              <a:t>performs</a:t>
            </a:r>
            <a:r>
              <a:rPr lang="es-ES" dirty="0"/>
              <a:t> better </a:t>
            </a:r>
            <a:br>
              <a:rPr lang="es-ES" dirty="0"/>
            </a:br>
            <a:r>
              <a:rPr lang="es-ES" dirty="0" err="1"/>
              <a:t>than</a:t>
            </a:r>
            <a:r>
              <a:rPr lang="es-ES" dirty="0"/>
              <a:t> PCA in </a:t>
            </a:r>
            <a:r>
              <a:rPr lang="es-ES" dirty="0" err="1"/>
              <a:t>capturing</a:t>
            </a:r>
            <a:r>
              <a:rPr lang="es-ES" dirty="0"/>
              <a:t> local </a:t>
            </a:r>
            <a:r>
              <a:rPr lang="es-ES" dirty="0" err="1"/>
              <a:t>patterns</a:t>
            </a:r>
            <a:r>
              <a:rPr lang="es-ES" dirty="0"/>
              <a:t> but </a:t>
            </a:r>
            <a:r>
              <a:rPr lang="es-ES" dirty="0" err="1"/>
              <a:t>still</a:t>
            </a:r>
            <a:r>
              <a:rPr lang="es-ES" dirty="0"/>
              <a:t> </a:t>
            </a:r>
            <a:r>
              <a:rPr lang="es-ES" dirty="0" err="1"/>
              <a:t>underperforms</a:t>
            </a:r>
            <a:r>
              <a:rPr lang="es-ES" dirty="0"/>
              <a:t> in diverse </a:t>
            </a:r>
            <a:r>
              <a:rPr lang="es-ES" dirty="0" err="1"/>
              <a:t>conditions</a:t>
            </a:r>
            <a:r>
              <a:rPr lang="es-ES" dirty="0"/>
              <a:t>. Data </a:t>
            </a:r>
            <a:r>
              <a:rPr lang="es-ES" dirty="0" err="1"/>
              <a:t>augmentation</a:t>
            </a:r>
            <a:r>
              <a:rPr lang="es-ES" dirty="0"/>
              <a:t> </a:t>
            </a:r>
            <a:r>
              <a:rPr lang="es-ES" dirty="0" err="1"/>
              <a:t>gives</a:t>
            </a:r>
            <a:r>
              <a:rPr lang="es-ES" dirty="0"/>
              <a:t> a </a:t>
            </a:r>
            <a:r>
              <a:rPr lang="es-ES" dirty="0" err="1"/>
              <a:t>slight</a:t>
            </a:r>
            <a:r>
              <a:rPr lang="es-ES" dirty="0"/>
              <a:t> </a:t>
            </a:r>
            <a:r>
              <a:rPr lang="es-ES" dirty="0" err="1"/>
              <a:t>boost</a:t>
            </a:r>
            <a:r>
              <a:rPr lang="es-ES" dirty="0"/>
              <a:t>.</a:t>
            </a:r>
          </a:p>
        </p:txBody>
      </p:sp>
    </p:spTree>
    <p:extLst>
      <p:ext uri="{BB962C8B-B14F-4D97-AF65-F5344CB8AC3E}">
        <p14:creationId xmlns:p14="http://schemas.microsoft.com/office/powerpoint/2010/main" val="384888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A091E-A79B-A64F-5B66-50BDC9382FAC}"/>
              </a:ext>
            </a:extLst>
          </p:cNvPr>
          <p:cNvSpPr>
            <a:spLocks noGrp="1"/>
          </p:cNvSpPr>
          <p:nvPr>
            <p:ph type="title"/>
          </p:nvPr>
        </p:nvSpPr>
        <p:spPr/>
        <p:txBody>
          <a:bodyPr/>
          <a:lstStyle/>
          <a:p>
            <a:r>
              <a:rPr lang="es-ES" dirty="0" err="1"/>
              <a:t>Models</a:t>
            </a:r>
            <a:r>
              <a:rPr lang="es-ES" dirty="0"/>
              <a:t>: Transfer Learning – VGG16 Base</a:t>
            </a:r>
          </a:p>
        </p:txBody>
      </p:sp>
      <p:sp>
        <p:nvSpPr>
          <p:cNvPr id="3" name="Content Placeholder 2">
            <a:extLst>
              <a:ext uri="{FF2B5EF4-FFF2-40B4-BE49-F238E27FC236}">
                <a16:creationId xmlns:a16="http://schemas.microsoft.com/office/drawing/2014/main" id="{E60DA390-2E8B-082C-7D4C-CC5FE49679EE}"/>
              </a:ext>
            </a:extLst>
          </p:cNvPr>
          <p:cNvSpPr>
            <a:spLocks noGrp="1"/>
          </p:cNvSpPr>
          <p:nvPr>
            <p:ph idx="1"/>
          </p:nvPr>
        </p:nvSpPr>
        <p:spPr>
          <a:xfrm>
            <a:off x="612648" y="1715532"/>
            <a:ext cx="6830890" cy="4941942"/>
          </a:xfrm>
        </p:spPr>
        <p:txBody>
          <a:bodyPr>
            <a:normAutofit/>
          </a:bodyPr>
          <a:lstStyle/>
          <a:p>
            <a:r>
              <a:rPr lang="es-ES" dirty="0" err="1"/>
              <a:t>Loads</a:t>
            </a:r>
            <a:r>
              <a:rPr lang="es-ES" dirty="0"/>
              <a:t> VGG16 </a:t>
            </a:r>
            <a:r>
              <a:rPr lang="es-ES" dirty="0" err="1"/>
              <a:t>pre-trained</a:t>
            </a:r>
            <a:r>
              <a:rPr lang="es-ES" dirty="0"/>
              <a:t> </a:t>
            </a:r>
            <a:r>
              <a:rPr lang="es-ES" dirty="0" err="1"/>
              <a:t>on</a:t>
            </a:r>
            <a:r>
              <a:rPr lang="es-ES" dirty="0"/>
              <a:t> </a:t>
            </a:r>
            <a:r>
              <a:rPr lang="es-ES" dirty="0" err="1"/>
              <a:t>ImageNet</a:t>
            </a:r>
            <a:r>
              <a:rPr lang="es-ES" dirty="0"/>
              <a:t>, </a:t>
            </a:r>
            <a:r>
              <a:rPr lang="es-ES" dirty="0" err="1"/>
              <a:t>cuts</a:t>
            </a:r>
            <a:r>
              <a:rPr lang="es-ES" dirty="0"/>
              <a:t> off the </a:t>
            </a:r>
            <a:r>
              <a:rPr lang="es-ES" dirty="0" err="1"/>
              <a:t>classifier</a:t>
            </a:r>
            <a:r>
              <a:rPr lang="es-ES" dirty="0"/>
              <a:t> (</a:t>
            </a:r>
            <a:r>
              <a:rPr lang="es-ES" dirty="0" err="1"/>
              <a:t>include_top</a:t>
            </a:r>
            <a:r>
              <a:rPr lang="es-ES" dirty="0"/>
              <a:t>=False).</a:t>
            </a:r>
          </a:p>
          <a:p>
            <a:r>
              <a:rPr lang="es-ES" dirty="0" err="1"/>
              <a:t>Freezes</a:t>
            </a:r>
            <a:r>
              <a:rPr lang="es-ES" dirty="0"/>
              <a:t> the </a:t>
            </a:r>
            <a:r>
              <a:rPr lang="es-ES" dirty="0" err="1"/>
              <a:t>entire</a:t>
            </a:r>
            <a:r>
              <a:rPr lang="es-ES" dirty="0"/>
              <a:t> </a:t>
            </a:r>
            <a:r>
              <a:rPr lang="es-ES" dirty="0" err="1"/>
              <a:t>convolutional</a:t>
            </a:r>
            <a:r>
              <a:rPr lang="es-ES" dirty="0"/>
              <a:t> base, </a:t>
            </a:r>
            <a:r>
              <a:rPr lang="es-ES" dirty="0" err="1"/>
              <a:t>it</a:t>
            </a:r>
            <a:r>
              <a:rPr lang="es-ES" dirty="0"/>
              <a:t> </a:t>
            </a:r>
            <a:r>
              <a:rPr lang="es-ES" dirty="0" err="1"/>
              <a:t>won’t</a:t>
            </a:r>
            <a:r>
              <a:rPr lang="es-ES" dirty="0"/>
              <a:t> </a:t>
            </a:r>
            <a:r>
              <a:rPr lang="es-ES" dirty="0" err="1"/>
              <a:t>update</a:t>
            </a:r>
            <a:r>
              <a:rPr lang="es-ES" dirty="0"/>
              <a:t> </a:t>
            </a:r>
            <a:r>
              <a:rPr lang="es-ES" dirty="0" err="1"/>
              <a:t>weights</a:t>
            </a:r>
            <a:r>
              <a:rPr lang="es-ES" dirty="0"/>
              <a:t> but </a:t>
            </a:r>
            <a:r>
              <a:rPr lang="es-ES" dirty="0" err="1"/>
              <a:t>provides</a:t>
            </a:r>
            <a:r>
              <a:rPr lang="es-ES" dirty="0"/>
              <a:t> </a:t>
            </a:r>
            <a:r>
              <a:rPr lang="es-ES" b="1" dirty="0" err="1"/>
              <a:t>faster</a:t>
            </a:r>
            <a:r>
              <a:rPr lang="es-ES" b="1" dirty="0"/>
              <a:t> training</a:t>
            </a:r>
            <a:r>
              <a:rPr lang="es-ES" dirty="0"/>
              <a:t>.</a:t>
            </a:r>
          </a:p>
          <a:p>
            <a:r>
              <a:rPr lang="es-ES" dirty="0" err="1"/>
              <a:t>Adds</a:t>
            </a:r>
            <a:r>
              <a:rPr lang="es-ES" dirty="0"/>
              <a:t> a simple </a:t>
            </a:r>
            <a:r>
              <a:rPr lang="es-ES" dirty="0" err="1"/>
              <a:t>custom</a:t>
            </a:r>
            <a:r>
              <a:rPr lang="es-ES" dirty="0"/>
              <a:t> head:</a:t>
            </a:r>
          </a:p>
          <a:p>
            <a:pPr lvl="1"/>
            <a:r>
              <a:rPr lang="es-ES" dirty="0"/>
              <a:t>GlobalAveragePooling2D: </a:t>
            </a:r>
            <a:r>
              <a:rPr lang="es-ES" dirty="0" err="1"/>
              <a:t>collapses</a:t>
            </a:r>
            <a:r>
              <a:rPr lang="es-ES" dirty="0"/>
              <a:t> </a:t>
            </a:r>
            <a:r>
              <a:rPr lang="es-ES" dirty="0" err="1"/>
              <a:t>spatial</a:t>
            </a:r>
            <a:r>
              <a:rPr lang="es-ES" dirty="0"/>
              <a:t> </a:t>
            </a:r>
            <a:r>
              <a:rPr lang="es-ES" dirty="0" err="1"/>
              <a:t>dimensions</a:t>
            </a:r>
            <a:r>
              <a:rPr lang="es-ES" dirty="0"/>
              <a:t> → reduces </a:t>
            </a:r>
            <a:r>
              <a:rPr lang="es-ES" dirty="0" err="1"/>
              <a:t>overfitting</a:t>
            </a:r>
            <a:r>
              <a:rPr lang="es-ES" dirty="0"/>
              <a:t>, </a:t>
            </a:r>
            <a:r>
              <a:rPr lang="es-ES" dirty="0" err="1"/>
              <a:t>fewer</a:t>
            </a:r>
            <a:r>
              <a:rPr lang="es-ES" dirty="0"/>
              <a:t> </a:t>
            </a:r>
            <a:r>
              <a:rPr lang="es-ES" dirty="0" err="1"/>
              <a:t>params</a:t>
            </a:r>
            <a:r>
              <a:rPr lang="es-ES" dirty="0"/>
              <a:t>.</a:t>
            </a:r>
          </a:p>
          <a:p>
            <a:pPr lvl="1"/>
            <a:r>
              <a:rPr lang="es-ES" dirty="0"/>
              <a:t>Dense(256, </a:t>
            </a:r>
            <a:r>
              <a:rPr lang="es-ES" dirty="0" err="1"/>
              <a:t>relu</a:t>
            </a:r>
            <a:r>
              <a:rPr lang="es-ES" dirty="0"/>
              <a:t>) and </a:t>
            </a:r>
            <a:r>
              <a:rPr lang="es-ES" dirty="0" err="1"/>
              <a:t>Dropout</a:t>
            </a:r>
            <a:r>
              <a:rPr lang="es-ES" dirty="0"/>
              <a:t>(0.5): </a:t>
            </a:r>
            <a:r>
              <a:rPr lang="es-ES" dirty="0" err="1"/>
              <a:t>classic</a:t>
            </a:r>
            <a:r>
              <a:rPr lang="es-ES" dirty="0"/>
              <a:t> dense head.</a:t>
            </a:r>
          </a:p>
          <a:p>
            <a:pPr lvl="1"/>
            <a:r>
              <a:rPr lang="es-ES" dirty="0"/>
              <a:t>Final </a:t>
            </a:r>
            <a:r>
              <a:rPr lang="es-ES" dirty="0" err="1"/>
              <a:t>classification</a:t>
            </a:r>
            <a:r>
              <a:rPr lang="es-ES" dirty="0"/>
              <a:t> with Dense(</a:t>
            </a:r>
            <a:r>
              <a:rPr lang="es-ES" dirty="0" err="1"/>
              <a:t>num_classes</a:t>
            </a:r>
            <a:r>
              <a:rPr lang="es-ES" dirty="0"/>
              <a:t>, </a:t>
            </a:r>
            <a:r>
              <a:rPr lang="es-ES" dirty="0" err="1"/>
              <a:t>softmax</a:t>
            </a:r>
            <a:r>
              <a:rPr lang="es-ES" dirty="0"/>
              <a:t>).</a:t>
            </a:r>
          </a:p>
          <a:p>
            <a:r>
              <a:rPr lang="es-ES" dirty="0" err="1"/>
              <a:t>Results</a:t>
            </a:r>
            <a:r>
              <a:rPr lang="es-ES" dirty="0"/>
              <a:t> (</a:t>
            </a:r>
            <a:r>
              <a:rPr lang="es-ES" dirty="0" err="1"/>
              <a:t>Accuracy</a:t>
            </a:r>
            <a:r>
              <a:rPr lang="es-ES" dirty="0"/>
              <a:t>):</a:t>
            </a:r>
          </a:p>
          <a:p>
            <a:pPr lvl="1"/>
            <a:r>
              <a:rPr lang="es-ES" dirty="0"/>
              <a:t>Original </a:t>
            </a:r>
            <a:r>
              <a:rPr lang="es-ES" dirty="0" err="1"/>
              <a:t>Dataset</a:t>
            </a:r>
            <a:r>
              <a:rPr lang="es-ES" dirty="0"/>
              <a:t>: </a:t>
            </a:r>
            <a:r>
              <a:rPr lang="es-ES" b="1" dirty="0"/>
              <a:t>43.8%</a:t>
            </a:r>
          </a:p>
          <a:p>
            <a:pPr lvl="1"/>
            <a:r>
              <a:rPr lang="es-ES" dirty="0" err="1"/>
              <a:t>Augmented</a:t>
            </a:r>
            <a:r>
              <a:rPr lang="es-ES" dirty="0"/>
              <a:t>:  </a:t>
            </a:r>
            <a:r>
              <a:rPr lang="es-ES" b="1" dirty="0"/>
              <a:t>66.84%</a:t>
            </a:r>
          </a:p>
        </p:txBody>
      </p:sp>
      <p:pic>
        <p:nvPicPr>
          <p:cNvPr id="4" name="Picture 3" descr="A diagram of a graph&#10;&#10;Description automatically generated">
            <a:extLst>
              <a:ext uri="{FF2B5EF4-FFF2-40B4-BE49-F238E27FC236}">
                <a16:creationId xmlns:a16="http://schemas.microsoft.com/office/drawing/2014/main" id="{3C1CF4E7-D23A-B46D-CDAA-D507B6AAF57A}"/>
              </a:ext>
            </a:extLst>
          </p:cNvPr>
          <p:cNvPicPr>
            <a:picLocks noChangeAspect="1"/>
          </p:cNvPicPr>
          <p:nvPr/>
        </p:nvPicPr>
        <p:blipFill>
          <a:blip r:embed="rId3"/>
          <a:stretch>
            <a:fillRect/>
          </a:stretch>
        </p:blipFill>
        <p:spPr>
          <a:xfrm>
            <a:off x="7433416" y="2540000"/>
            <a:ext cx="4555459" cy="2900309"/>
          </a:xfrm>
          <a:prstGeom prst="rect">
            <a:avLst/>
          </a:prstGeom>
        </p:spPr>
      </p:pic>
      <p:sp>
        <p:nvSpPr>
          <p:cNvPr id="10" name="Rectangle: Rounded Corners 9">
            <a:extLst>
              <a:ext uri="{FF2B5EF4-FFF2-40B4-BE49-F238E27FC236}">
                <a16:creationId xmlns:a16="http://schemas.microsoft.com/office/drawing/2014/main" id="{977DDC21-4FA7-C6E5-5FF8-5CAD877B7EA0}"/>
              </a:ext>
            </a:extLst>
          </p:cNvPr>
          <p:cNvSpPr/>
          <p:nvPr/>
        </p:nvSpPr>
        <p:spPr>
          <a:xfrm>
            <a:off x="4322618" y="5605542"/>
            <a:ext cx="7500002" cy="1086566"/>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err="1">
                <a:ln>
                  <a:noFill/>
                </a:ln>
                <a:solidFill>
                  <a:prstClr val="black"/>
                </a:solidFill>
                <a:effectLst/>
                <a:uLnTx/>
                <a:uFillTx/>
                <a:latin typeface="Neue Haas Grotesk Text Pro"/>
                <a:ea typeface="+mn-ea"/>
                <a:cs typeface="+mn-cs"/>
              </a:rPr>
              <a:t>Conclusion</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t>
            </a:r>
            <a:r>
              <a:rPr kumimoji="0" lang="en-US" sz="1800" b="0" i="0" u="none" strike="noStrike" kern="1200" cap="none" spc="0" normalizeH="0" baseline="0" noProof="0" dirty="0">
                <a:ln>
                  <a:noFill/>
                </a:ln>
                <a:solidFill>
                  <a:prstClr val="black"/>
                </a:solidFill>
                <a:effectLst/>
                <a:uLnTx/>
                <a:uFillTx/>
                <a:latin typeface="Neue Haas Grotesk Text Pro"/>
                <a:ea typeface="+mn-ea"/>
                <a:cs typeface="+mn-cs"/>
              </a:rPr>
              <a:t>Outperforms classical PCA and LBP methods,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leverages</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deep</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hierarchical</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features</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and is w</a:t>
            </a:r>
            <a:r>
              <a:rPr kumimoji="0" lang="en-US" sz="1800" b="0" i="0" u="none" strike="noStrike" kern="1200" cap="none" spc="0" normalizeH="0" baseline="0" noProof="0" dirty="0">
                <a:ln>
                  <a:noFill/>
                </a:ln>
                <a:solidFill>
                  <a:prstClr val="black"/>
                </a:solidFill>
                <a:effectLst/>
                <a:uLnTx/>
                <a:uFillTx/>
                <a:latin typeface="Neue Haas Grotesk Text Pro"/>
                <a:ea typeface="+mn-ea"/>
                <a:cs typeface="+mn-cs"/>
              </a:rPr>
              <a:t>ell-suited for complex visual patterns in faces</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Neue Haas Grotesk Text Pro"/>
              <a:ea typeface="+mn-ea"/>
              <a:cs typeface="+mn-cs"/>
            </a:endParaRPr>
          </a:p>
        </p:txBody>
      </p:sp>
    </p:spTree>
    <p:extLst>
      <p:ext uri="{BB962C8B-B14F-4D97-AF65-F5344CB8AC3E}">
        <p14:creationId xmlns:p14="http://schemas.microsoft.com/office/powerpoint/2010/main" val="2318978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A091E-A79B-A64F-5B66-50BDC9382FAC}"/>
              </a:ext>
            </a:extLst>
          </p:cNvPr>
          <p:cNvSpPr>
            <a:spLocks noGrp="1"/>
          </p:cNvSpPr>
          <p:nvPr>
            <p:ph type="title"/>
          </p:nvPr>
        </p:nvSpPr>
        <p:spPr/>
        <p:txBody>
          <a:bodyPr/>
          <a:lstStyle/>
          <a:p>
            <a:r>
              <a:rPr lang="es-ES" dirty="0" err="1"/>
              <a:t>Models</a:t>
            </a:r>
            <a:r>
              <a:rPr lang="es-ES" dirty="0"/>
              <a:t>: Transfer Learning – </a:t>
            </a:r>
            <a:r>
              <a:rPr lang="es-ES" dirty="0" err="1"/>
              <a:t>Custom</a:t>
            </a:r>
            <a:r>
              <a:rPr lang="es-ES" dirty="0"/>
              <a:t> VGG16</a:t>
            </a:r>
            <a:br>
              <a:rPr lang="es-ES" dirty="0"/>
            </a:br>
            <a:r>
              <a:rPr lang="es-ES" dirty="0"/>
              <a:t>(</a:t>
            </a:r>
            <a:r>
              <a:rPr lang="es-ES" dirty="0" err="1"/>
              <a:t>finetuned</a:t>
            </a:r>
            <a:r>
              <a:rPr lang="es-ES" dirty="0"/>
              <a:t>)</a:t>
            </a:r>
          </a:p>
        </p:txBody>
      </p:sp>
      <p:sp>
        <p:nvSpPr>
          <p:cNvPr id="3" name="Content Placeholder 2">
            <a:extLst>
              <a:ext uri="{FF2B5EF4-FFF2-40B4-BE49-F238E27FC236}">
                <a16:creationId xmlns:a16="http://schemas.microsoft.com/office/drawing/2014/main" id="{E60DA390-2E8B-082C-7D4C-CC5FE49679EE}"/>
              </a:ext>
            </a:extLst>
          </p:cNvPr>
          <p:cNvSpPr>
            <a:spLocks noGrp="1"/>
          </p:cNvSpPr>
          <p:nvPr>
            <p:ph idx="1"/>
          </p:nvPr>
        </p:nvSpPr>
        <p:spPr>
          <a:xfrm>
            <a:off x="612647" y="1715532"/>
            <a:ext cx="11360277" cy="4941942"/>
          </a:xfrm>
        </p:spPr>
        <p:txBody>
          <a:bodyPr>
            <a:normAutofit/>
          </a:bodyPr>
          <a:lstStyle/>
          <a:p>
            <a:r>
              <a:rPr lang="en-US" b="1" dirty="0"/>
              <a:t>First 10 layers frozen</a:t>
            </a:r>
            <a:r>
              <a:rPr lang="en-US" dirty="0"/>
              <a:t> (general features), others fine-tuned for face-specific patterns</a:t>
            </a:r>
          </a:p>
          <a:p>
            <a:r>
              <a:rPr lang="en-US" b="1" dirty="0"/>
              <a:t>Batch Normalization: </a:t>
            </a:r>
            <a:r>
              <a:rPr lang="en-US" dirty="0"/>
              <a:t>Added after pooling &amp; Dense layers — stabilizes training, improves convergence.</a:t>
            </a:r>
          </a:p>
          <a:p>
            <a:r>
              <a:rPr lang="en-US" b="1" dirty="0"/>
              <a:t>Dropout (0.4 × 2) </a:t>
            </a:r>
            <a:r>
              <a:rPr lang="en-US" dirty="0"/>
              <a:t>Reduces overfitting, complements </a:t>
            </a:r>
            <a:r>
              <a:rPr lang="en-US" dirty="0" err="1"/>
              <a:t>BatchNorm</a:t>
            </a:r>
            <a:r>
              <a:rPr lang="en-US" dirty="0"/>
              <a:t> for robust generalization.</a:t>
            </a:r>
          </a:p>
          <a:p>
            <a:r>
              <a:rPr lang="es-ES" b="1" dirty="0" err="1"/>
              <a:t>Callbacks</a:t>
            </a:r>
            <a:r>
              <a:rPr lang="es-ES" b="1" dirty="0"/>
              <a:t>:</a:t>
            </a:r>
            <a:r>
              <a:rPr lang="es-ES" dirty="0"/>
              <a:t> </a:t>
            </a:r>
            <a:r>
              <a:rPr lang="en-US" dirty="0"/>
              <a:t>Early Stopping + Reduce Learning Rate on Plateau dynamically adjust training to preserve best weights.</a:t>
            </a:r>
          </a:p>
          <a:p>
            <a:r>
              <a:rPr lang="en-US" dirty="0"/>
              <a:t>Results </a:t>
            </a:r>
            <a:r>
              <a:rPr lang="es-ES" dirty="0"/>
              <a:t>(</a:t>
            </a:r>
            <a:r>
              <a:rPr lang="es-ES" dirty="0" err="1"/>
              <a:t>Accuracy</a:t>
            </a:r>
            <a:r>
              <a:rPr lang="es-ES" dirty="0"/>
              <a:t>): </a:t>
            </a:r>
            <a:endParaRPr lang="en-US" dirty="0"/>
          </a:p>
          <a:p>
            <a:pPr lvl="1"/>
            <a:r>
              <a:rPr lang="en-US" dirty="0"/>
              <a:t>Original Dataset: </a:t>
            </a:r>
            <a:r>
              <a:rPr lang="es-ES" b="1" dirty="0"/>
              <a:t>82.17%</a:t>
            </a:r>
          </a:p>
          <a:p>
            <a:pPr lvl="1"/>
            <a:r>
              <a:rPr lang="es-ES" dirty="0" err="1"/>
              <a:t>Augmented</a:t>
            </a:r>
            <a:r>
              <a:rPr lang="es-ES" dirty="0"/>
              <a:t>: </a:t>
            </a:r>
            <a:r>
              <a:rPr lang="es-ES" b="1" dirty="0"/>
              <a:t>93.81%</a:t>
            </a:r>
          </a:p>
        </p:txBody>
      </p:sp>
      <p:sp>
        <p:nvSpPr>
          <p:cNvPr id="10" name="Rectangle: Rounded Corners 9">
            <a:extLst>
              <a:ext uri="{FF2B5EF4-FFF2-40B4-BE49-F238E27FC236}">
                <a16:creationId xmlns:a16="http://schemas.microsoft.com/office/drawing/2014/main" id="{977DDC21-4FA7-C6E5-5FF8-5CAD877B7EA0}"/>
              </a:ext>
            </a:extLst>
          </p:cNvPr>
          <p:cNvSpPr/>
          <p:nvPr/>
        </p:nvSpPr>
        <p:spPr>
          <a:xfrm>
            <a:off x="4307951" y="4391104"/>
            <a:ext cx="7500002" cy="1238171"/>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err="1">
                <a:ln>
                  <a:noFill/>
                </a:ln>
                <a:solidFill>
                  <a:prstClr val="black"/>
                </a:solidFill>
                <a:effectLst/>
                <a:uLnTx/>
                <a:uFillTx/>
                <a:latin typeface="Neue Haas Grotesk Text Pro"/>
                <a:ea typeface="+mn-ea"/>
                <a:cs typeface="+mn-cs"/>
              </a:rPr>
              <a:t>Conclusion</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Finetuned</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model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clearly</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outperforms</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the base model, shows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significant</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improvement</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by the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augmented</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dataset</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but has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slower</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training. A </a:t>
            </a:r>
            <a:r>
              <a:rPr kumimoji="0" lang="en-US" sz="1800" b="0" i="0" u="none" strike="noStrike" kern="1200" cap="none" spc="0" normalizeH="0" baseline="0" noProof="0" dirty="0">
                <a:ln>
                  <a:noFill/>
                </a:ln>
                <a:solidFill>
                  <a:prstClr val="black"/>
                </a:solidFill>
                <a:effectLst/>
                <a:uLnTx/>
                <a:uFillTx/>
                <a:latin typeface="Neue Haas Grotesk Text Pro"/>
                <a:ea typeface="+mn-ea"/>
                <a:cs typeface="+mn-cs"/>
              </a:rPr>
              <a:t>scalable and accurate solution for face recognition in real-world scenarios.</a:t>
            </a:r>
            <a:endParaRPr kumimoji="0" lang="es-ES" sz="1800" b="0" i="0" u="none" strike="noStrike" kern="1200" cap="none" spc="0" normalizeH="0" baseline="0" noProof="0" dirty="0">
              <a:ln>
                <a:noFill/>
              </a:ln>
              <a:solidFill>
                <a:prstClr val="black"/>
              </a:solidFill>
              <a:effectLst/>
              <a:uLnTx/>
              <a:uFillTx/>
              <a:latin typeface="Neue Haas Grotesk Text Pro"/>
              <a:ea typeface="+mn-ea"/>
              <a:cs typeface="+mn-cs"/>
            </a:endParaRPr>
          </a:p>
        </p:txBody>
      </p:sp>
      <p:pic>
        <p:nvPicPr>
          <p:cNvPr id="8" name="Graphic 7">
            <a:extLst>
              <a:ext uri="{FF2B5EF4-FFF2-40B4-BE49-F238E27FC236}">
                <a16:creationId xmlns:a16="http://schemas.microsoft.com/office/drawing/2014/main" id="{68BE0921-8C02-24C4-58B2-64506D7209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5638044" y="750799"/>
            <a:ext cx="993645" cy="10888973"/>
          </a:xfrm>
          <a:prstGeom prst="rect">
            <a:avLst/>
          </a:prstGeom>
        </p:spPr>
      </p:pic>
    </p:spTree>
    <p:extLst>
      <p:ext uri="{BB962C8B-B14F-4D97-AF65-F5344CB8AC3E}">
        <p14:creationId xmlns:p14="http://schemas.microsoft.com/office/powerpoint/2010/main" val="3653057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A091E-A79B-A64F-5B66-50BDC9382FAC}"/>
              </a:ext>
            </a:extLst>
          </p:cNvPr>
          <p:cNvSpPr>
            <a:spLocks noGrp="1"/>
          </p:cNvSpPr>
          <p:nvPr>
            <p:ph type="title"/>
          </p:nvPr>
        </p:nvSpPr>
        <p:spPr>
          <a:xfrm>
            <a:off x="612648" y="548641"/>
            <a:ext cx="10653578" cy="975890"/>
          </a:xfrm>
        </p:spPr>
        <p:txBody>
          <a:bodyPr>
            <a:noAutofit/>
          </a:bodyPr>
          <a:lstStyle/>
          <a:p>
            <a:r>
              <a:rPr lang="es-ES" dirty="0" err="1"/>
              <a:t>Models</a:t>
            </a:r>
            <a:r>
              <a:rPr lang="es-ES" dirty="0"/>
              <a:t>: Transfer Learning – MobileNetV2</a:t>
            </a:r>
          </a:p>
        </p:txBody>
      </p:sp>
      <p:pic>
        <p:nvPicPr>
          <p:cNvPr id="5" name="Content Placeholder 4">
            <a:extLst>
              <a:ext uri="{FF2B5EF4-FFF2-40B4-BE49-F238E27FC236}">
                <a16:creationId xmlns:a16="http://schemas.microsoft.com/office/drawing/2014/main" id="{A25BCE4A-C90D-6F61-D14C-62E45A1646D6}"/>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5942500" y="366860"/>
            <a:ext cx="300621" cy="12185622"/>
          </a:xfrm>
        </p:spPr>
      </p:pic>
      <p:sp>
        <p:nvSpPr>
          <p:cNvPr id="7" name="Content Placeholder 2">
            <a:extLst>
              <a:ext uri="{FF2B5EF4-FFF2-40B4-BE49-F238E27FC236}">
                <a16:creationId xmlns:a16="http://schemas.microsoft.com/office/drawing/2014/main" id="{AB6A5032-431D-5231-581C-BE4C80E64EF1}"/>
              </a:ext>
            </a:extLst>
          </p:cNvPr>
          <p:cNvSpPr txBox="1">
            <a:spLocks/>
          </p:cNvSpPr>
          <p:nvPr/>
        </p:nvSpPr>
        <p:spPr>
          <a:xfrm>
            <a:off x="612647" y="1715532"/>
            <a:ext cx="11360277" cy="494194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Lightweight, efficient CNN optimized for speed and performance, ideal for small devices</a:t>
            </a:r>
          </a:p>
          <a:p>
            <a:r>
              <a:rPr lang="en-US" dirty="0"/>
              <a:t>Features:</a:t>
            </a:r>
          </a:p>
          <a:p>
            <a:pPr lvl="1"/>
            <a:r>
              <a:rPr lang="en-US" b="1" dirty="0"/>
              <a:t>Partial Unfreezing</a:t>
            </a:r>
            <a:r>
              <a:rPr lang="en-US" dirty="0"/>
              <a:t>: First 20 layers frozen → preserves low-level features</a:t>
            </a:r>
          </a:p>
          <a:p>
            <a:pPr lvl="1"/>
            <a:r>
              <a:rPr lang="en-US" b="1" dirty="0"/>
              <a:t>Fine-tuning deeper layers</a:t>
            </a:r>
            <a:r>
              <a:rPr lang="en-US" dirty="0"/>
              <a:t>: Adapts MobileNetV2 to facial identity recognition</a:t>
            </a:r>
          </a:p>
          <a:p>
            <a:pPr lvl="1"/>
            <a:r>
              <a:rPr lang="en-US" b="1" dirty="0"/>
              <a:t>Batch Normalization</a:t>
            </a:r>
            <a:r>
              <a:rPr lang="en-US" dirty="0"/>
              <a:t>: Added after pooling and dense layer</a:t>
            </a:r>
          </a:p>
          <a:p>
            <a:pPr lvl="1"/>
            <a:r>
              <a:rPr lang="en-US" b="1" dirty="0"/>
              <a:t>Dropout (0.3 × 2)</a:t>
            </a:r>
            <a:r>
              <a:rPr lang="en-US" dirty="0"/>
              <a:t>: Regularizes and prevents overfitting</a:t>
            </a:r>
          </a:p>
          <a:p>
            <a:pPr lvl="1"/>
            <a:r>
              <a:rPr lang="en-US" b="1" dirty="0"/>
              <a:t>Mixed Precision Enabled</a:t>
            </a:r>
            <a:r>
              <a:rPr lang="en-US" dirty="0"/>
              <a:t>: Faster training, reduced memory usage</a:t>
            </a:r>
          </a:p>
          <a:p>
            <a:pPr lvl="1"/>
            <a:r>
              <a:rPr lang="en-US" b="1" dirty="0"/>
              <a:t>Callbacks</a:t>
            </a:r>
            <a:r>
              <a:rPr lang="en-US" dirty="0"/>
              <a:t>: Early Stopping and </a:t>
            </a:r>
            <a:r>
              <a:rPr lang="en-US" dirty="0" err="1"/>
              <a:t>RLRPlateau</a:t>
            </a:r>
            <a:r>
              <a:rPr lang="en-US" dirty="0"/>
              <a:t>.</a:t>
            </a:r>
          </a:p>
          <a:p>
            <a:r>
              <a:rPr lang="en-US" dirty="0"/>
              <a:t>Results </a:t>
            </a:r>
            <a:r>
              <a:rPr lang="es-ES" dirty="0"/>
              <a:t>(</a:t>
            </a:r>
            <a:r>
              <a:rPr lang="es-ES" dirty="0" err="1"/>
              <a:t>Accuracy</a:t>
            </a:r>
            <a:r>
              <a:rPr lang="es-ES" dirty="0"/>
              <a:t>): </a:t>
            </a:r>
            <a:endParaRPr lang="en-US" dirty="0"/>
          </a:p>
          <a:p>
            <a:pPr lvl="1"/>
            <a:r>
              <a:rPr lang="en-US" dirty="0"/>
              <a:t>Original Dataset: </a:t>
            </a:r>
            <a:r>
              <a:rPr lang="en-US" b="1" dirty="0"/>
              <a:t>67.37%</a:t>
            </a:r>
          </a:p>
          <a:p>
            <a:pPr lvl="1"/>
            <a:r>
              <a:rPr lang="en-US" dirty="0"/>
              <a:t>Augmented: </a:t>
            </a:r>
            <a:r>
              <a:rPr lang="en-US" b="1" dirty="0"/>
              <a:t>84.29%</a:t>
            </a:r>
            <a:endParaRPr lang="es-ES" b="1" dirty="0"/>
          </a:p>
        </p:txBody>
      </p:sp>
      <p:sp>
        <p:nvSpPr>
          <p:cNvPr id="9" name="Rectangle: Rounded Corners 8">
            <a:extLst>
              <a:ext uri="{FF2B5EF4-FFF2-40B4-BE49-F238E27FC236}">
                <a16:creationId xmlns:a16="http://schemas.microsoft.com/office/drawing/2014/main" id="{1B112EA8-3445-68AB-5090-D74A5B53C3FC}"/>
              </a:ext>
            </a:extLst>
          </p:cNvPr>
          <p:cNvSpPr/>
          <p:nvPr/>
        </p:nvSpPr>
        <p:spPr>
          <a:xfrm>
            <a:off x="4314878" y="5087620"/>
            <a:ext cx="7500002" cy="1030739"/>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err="1">
                <a:ln>
                  <a:noFill/>
                </a:ln>
                <a:solidFill>
                  <a:prstClr val="black"/>
                </a:solidFill>
                <a:effectLst/>
                <a:uLnTx/>
                <a:uFillTx/>
                <a:latin typeface="Neue Haas Grotesk Text Pro"/>
                <a:ea typeface="+mn-ea"/>
                <a:cs typeface="+mn-cs"/>
              </a:rPr>
              <a:t>Conclusion</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a:t>
            </a:r>
            <a:r>
              <a:rPr kumimoji="0" lang="en-US" sz="1800" b="0" i="0" u="none" strike="noStrike" kern="1200" cap="none" spc="0" normalizeH="0" baseline="0" noProof="0" dirty="0">
                <a:ln>
                  <a:noFill/>
                </a:ln>
                <a:solidFill>
                  <a:prstClr val="black"/>
                </a:solidFill>
                <a:effectLst/>
                <a:uLnTx/>
                <a:uFillTx/>
                <a:latin typeface="Neue Haas Grotesk Text Pro"/>
                <a:ea typeface="+mn-ea"/>
                <a:cs typeface="+mn-cs"/>
              </a:rPr>
              <a:t>Fine-tuned MobileNetV2 balances performance and efficiency well fitted for mobile face recognition applications.</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Less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performant</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tan VGG16 but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faster</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 to </a:t>
            </a:r>
            <a:r>
              <a:rPr kumimoji="0" lang="es-ES" sz="1800" b="0" i="0" u="none" strike="noStrike" kern="1200" cap="none" spc="0" normalizeH="0" baseline="0" noProof="0" dirty="0" err="1">
                <a:ln>
                  <a:noFill/>
                </a:ln>
                <a:solidFill>
                  <a:prstClr val="black"/>
                </a:solidFill>
                <a:effectLst/>
                <a:uLnTx/>
                <a:uFillTx/>
                <a:latin typeface="Neue Haas Grotesk Text Pro"/>
                <a:ea typeface="+mn-ea"/>
                <a:cs typeface="+mn-cs"/>
              </a:rPr>
              <a:t>train</a:t>
            </a:r>
            <a:r>
              <a:rPr kumimoji="0" lang="es-ES" sz="1800" b="0" i="0" u="none" strike="noStrike" kern="1200" cap="none" spc="0" normalizeH="0" baseline="0" noProof="0" dirty="0">
                <a:ln>
                  <a:noFill/>
                </a:ln>
                <a:solidFill>
                  <a:prstClr val="black"/>
                </a:solidFill>
                <a:effectLst/>
                <a:uLnTx/>
                <a:uFillTx/>
                <a:latin typeface="Neue Haas Grotesk Text Pro"/>
                <a:ea typeface="+mn-ea"/>
                <a:cs typeface="+mn-cs"/>
              </a:rPr>
              <a:t>.</a:t>
            </a:r>
          </a:p>
        </p:txBody>
      </p:sp>
    </p:spTree>
    <p:extLst>
      <p:ext uri="{BB962C8B-B14F-4D97-AF65-F5344CB8AC3E}">
        <p14:creationId xmlns:p14="http://schemas.microsoft.com/office/powerpoint/2010/main" val="1001368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A091E-A79B-A64F-5B66-50BDC9382FAC}"/>
              </a:ext>
            </a:extLst>
          </p:cNvPr>
          <p:cNvSpPr>
            <a:spLocks noGrp="1"/>
          </p:cNvSpPr>
          <p:nvPr>
            <p:ph type="title"/>
          </p:nvPr>
        </p:nvSpPr>
        <p:spPr/>
        <p:txBody>
          <a:bodyPr/>
          <a:lstStyle/>
          <a:p>
            <a:r>
              <a:rPr lang="es-ES" dirty="0" err="1"/>
              <a:t>Models</a:t>
            </a:r>
            <a:r>
              <a:rPr lang="es-ES" dirty="0"/>
              <a:t>: </a:t>
            </a:r>
            <a:r>
              <a:rPr lang="es-ES" dirty="0" err="1"/>
              <a:t>Embedding</a:t>
            </a:r>
            <a:r>
              <a:rPr lang="es-ES" dirty="0"/>
              <a:t> </a:t>
            </a:r>
            <a:r>
              <a:rPr lang="es-ES" dirty="0" err="1"/>
              <a:t>Based</a:t>
            </a:r>
            <a:r>
              <a:rPr lang="es-ES" dirty="0"/>
              <a:t> – </a:t>
            </a:r>
            <a:r>
              <a:rPr lang="es-ES" dirty="0" err="1"/>
              <a:t>FaceNet</a:t>
            </a:r>
            <a:r>
              <a:rPr lang="es-ES" dirty="0"/>
              <a:t> (Google)</a:t>
            </a:r>
          </a:p>
        </p:txBody>
      </p:sp>
      <p:sp>
        <p:nvSpPr>
          <p:cNvPr id="3" name="Content Placeholder 2">
            <a:extLst>
              <a:ext uri="{FF2B5EF4-FFF2-40B4-BE49-F238E27FC236}">
                <a16:creationId xmlns:a16="http://schemas.microsoft.com/office/drawing/2014/main" id="{E60DA390-2E8B-082C-7D4C-CC5FE49679EE}"/>
              </a:ext>
            </a:extLst>
          </p:cNvPr>
          <p:cNvSpPr>
            <a:spLocks noGrp="1"/>
          </p:cNvSpPr>
          <p:nvPr>
            <p:ph idx="1"/>
          </p:nvPr>
        </p:nvSpPr>
        <p:spPr>
          <a:xfrm>
            <a:off x="612648" y="1680898"/>
            <a:ext cx="7035062" cy="4593828"/>
          </a:xfrm>
        </p:spPr>
        <p:txBody>
          <a:bodyPr>
            <a:normAutofit fontScale="92500" lnSpcReduction="10000"/>
          </a:bodyPr>
          <a:lstStyle/>
          <a:p>
            <a:r>
              <a:rPr lang="es-ES" dirty="0"/>
              <a:t>Uses </a:t>
            </a:r>
            <a:r>
              <a:rPr lang="es-ES" dirty="0" err="1"/>
              <a:t>DeepFace</a:t>
            </a:r>
            <a:r>
              <a:rPr lang="es-ES" dirty="0"/>
              <a:t> </a:t>
            </a:r>
            <a:r>
              <a:rPr lang="es-ES" dirty="0" err="1"/>
              <a:t>library</a:t>
            </a:r>
            <a:r>
              <a:rPr lang="es-ES" dirty="0"/>
              <a:t> to </a:t>
            </a:r>
            <a:r>
              <a:rPr lang="es-ES" dirty="0" err="1"/>
              <a:t>implement</a:t>
            </a:r>
            <a:r>
              <a:rPr lang="es-ES" dirty="0"/>
              <a:t> and to </a:t>
            </a:r>
            <a:r>
              <a:rPr lang="es-ES" dirty="0" err="1"/>
              <a:t>extract</a:t>
            </a:r>
            <a:r>
              <a:rPr lang="es-ES" dirty="0"/>
              <a:t> </a:t>
            </a:r>
            <a:r>
              <a:rPr lang="es-ES" dirty="0" err="1"/>
              <a:t>high-quality</a:t>
            </a:r>
            <a:r>
              <a:rPr lang="es-ES" dirty="0"/>
              <a:t> </a:t>
            </a:r>
            <a:r>
              <a:rPr lang="es-ES" dirty="0" err="1"/>
              <a:t>FaceNet</a:t>
            </a:r>
            <a:r>
              <a:rPr lang="es-ES" dirty="0"/>
              <a:t> </a:t>
            </a:r>
            <a:r>
              <a:rPr lang="es-ES" dirty="0" err="1"/>
              <a:t>embeddings</a:t>
            </a:r>
            <a:r>
              <a:rPr lang="es-ES" dirty="0"/>
              <a:t>.</a:t>
            </a:r>
          </a:p>
          <a:p>
            <a:r>
              <a:rPr lang="en-US" b="1" dirty="0"/>
              <a:t>Face Embeddings</a:t>
            </a:r>
            <a:r>
              <a:rPr lang="en-US" dirty="0"/>
              <a:t>: Pre-trained </a:t>
            </a:r>
            <a:r>
              <a:rPr lang="en-US" dirty="0" err="1"/>
              <a:t>FaceNet</a:t>
            </a:r>
            <a:r>
              <a:rPr lang="en-US" dirty="0"/>
              <a:t> generates identity-aware descriptors</a:t>
            </a:r>
            <a:endParaRPr lang="es-ES" dirty="0"/>
          </a:p>
          <a:p>
            <a:pPr lvl="1"/>
            <a:r>
              <a:rPr lang="es-ES" dirty="0" err="1"/>
              <a:t>learns</a:t>
            </a:r>
            <a:r>
              <a:rPr lang="es-ES" dirty="0"/>
              <a:t> a </a:t>
            </a:r>
            <a:r>
              <a:rPr lang="es-ES" b="1" dirty="0"/>
              <a:t>128D</a:t>
            </a:r>
            <a:r>
              <a:rPr lang="es-ES" dirty="0"/>
              <a:t> vector </a:t>
            </a:r>
            <a:r>
              <a:rPr lang="es-ES" dirty="0" err="1"/>
              <a:t>for</a:t>
            </a:r>
            <a:r>
              <a:rPr lang="es-ES" dirty="0"/>
              <a:t> each </a:t>
            </a:r>
            <a:r>
              <a:rPr lang="es-ES" dirty="0" err="1"/>
              <a:t>face</a:t>
            </a:r>
            <a:r>
              <a:rPr lang="es-ES" dirty="0"/>
              <a:t> → </a:t>
            </a:r>
            <a:r>
              <a:rPr lang="es-ES" dirty="0" err="1"/>
              <a:t>optimized</a:t>
            </a:r>
            <a:r>
              <a:rPr lang="es-ES" dirty="0"/>
              <a:t> </a:t>
            </a:r>
            <a:r>
              <a:rPr lang="es-ES" dirty="0" err="1"/>
              <a:t>for</a:t>
            </a:r>
            <a:r>
              <a:rPr lang="es-ES" dirty="0"/>
              <a:t> </a:t>
            </a:r>
            <a:r>
              <a:rPr lang="es-ES" dirty="0" err="1"/>
              <a:t>identity</a:t>
            </a:r>
            <a:r>
              <a:rPr lang="es-ES" dirty="0"/>
              <a:t> </a:t>
            </a:r>
            <a:r>
              <a:rPr lang="es-ES" dirty="0" err="1"/>
              <a:t>separation</a:t>
            </a:r>
            <a:endParaRPr lang="es-ES" dirty="0"/>
          </a:p>
          <a:p>
            <a:r>
              <a:rPr lang="es-ES" dirty="0"/>
              <a:t>KNN </a:t>
            </a:r>
            <a:r>
              <a:rPr lang="es-ES" dirty="0" err="1"/>
              <a:t>classifier</a:t>
            </a:r>
            <a:r>
              <a:rPr lang="es-ES" dirty="0"/>
              <a:t> (k=1) </a:t>
            </a:r>
            <a:r>
              <a:rPr lang="es-ES" dirty="0" err="1"/>
              <a:t>used</a:t>
            </a:r>
            <a:r>
              <a:rPr lang="es-ES" dirty="0"/>
              <a:t> </a:t>
            </a:r>
            <a:r>
              <a:rPr lang="es-ES" dirty="0" err="1"/>
              <a:t>on</a:t>
            </a:r>
            <a:r>
              <a:rPr lang="es-ES" dirty="0"/>
              <a:t> </a:t>
            </a:r>
            <a:r>
              <a:rPr lang="es-ES" dirty="0" err="1"/>
              <a:t>embeddings</a:t>
            </a:r>
            <a:r>
              <a:rPr lang="es-ES" dirty="0"/>
              <a:t> </a:t>
            </a:r>
            <a:r>
              <a:rPr lang="es-ES" dirty="0" err="1"/>
              <a:t>for</a:t>
            </a:r>
            <a:r>
              <a:rPr lang="es-ES" dirty="0"/>
              <a:t> final </a:t>
            </a:r>
            <a:r>
              <a:rPr lang="es-ES" dirty="0" err="1"/>
              <a:t>recognition</a:t>
            </a:r>
            <a:endParaRPr lang="es-ES" dirty="0"/>
          </a:p>
          <a:p>
            <a:pPr lvl="1"/>
            <a:r>
              <a:rPr lang="es-ES" dirty="0" err="1"/>
              <a:t>Embedding</a:t>
            </a:r>
            <a:r>
              <a:rPr lang="es-ES" dirty="0"/>
              <a:t>-to-</a:t>
            </a:r>
            <a:r>
              <a:rPr lang="es-ES" dirty="0" err="1"/>
              <a:t>embedding</a:t>
            </a:r>
            <a:r>
              <a:rPr lang="es-ES" dirty="0"/>
              <a:t> </a:t>
            </a:r>
            <a:r>
              <a:rPr lang="es-ES" dirty="0" err="1"/>
              <a:t>comparison</a:t>
            </a:r>
            <a:r>
              <a:rPr lang="es-ES" dirty="0"/>
              <a:t> (</a:t>
            </a:r>
            <a:r>
              <a:rPr lang="es-ES" dirty="0" err="1"/>
              <a:t>Euclidean</a:t>
            </a:r>
            <a:r>
              <a:rPr lang="es-ES" dirty="0"/>
              <a:t> </a:t>
            </a:r>
            <a:r>
              <a:rPr lang="es-ES" dirty="0" err="1"/>
              <a:t>distance</a:t>
            </a:r>
            <a:r>
              <a:rPr lang="es-ES" dirty="0"/>
              <a:t>)</a:t>
            </a:r>
          </a:p>
          <a:p>
            <a:r>
              <a:rPr lang="en-US" b="1" dirty="0"/>
              <a:t>No retraining needed</a:t>
            </a:r>
            <a:r>
              <a:rPr lang="en-US" dirty="0"/>
              <a:t>: Embeddings computed once → fast and memory-efficient</a:t>
            </a:r>
          </a:p>
          <a:p>
            <a:r>
              <a:rPr lang="en-US" dirty="0"/>
              <a:t>Results: Original dataset </a:t>
            </a:r>
            <a:r>
              <a:rPr lang="en-US" b="1" dirty="0"/>
              <a:t>88.18%</a:t>
            </a:r>
            <a:endParaRPr lang="es-ES" b="1" dirty="0"/>
          </a:p>
        </p:txBody>
      </p:sp>
      <p:pic>
        <p:nvPicPr>
          <p:cNvPr id="5" name="Picture 4">
            <a:extLst>
              <a:ext uri="{FF2B5EF4-FFF2-40B4-BE49-F238E27FC236}">
                <a16:creationId xmlns:a16="http://schemas.microsoft.com/office/drawing/2014/main" id="{5CD61DA5-9966-6A91-F9E0-1787F812F09D}"/>
              </a:ext>
            </a:extLst>
          </p:cNvPr>
          <p:cNvPicPr>
            <a:picLocks noChangeAspect="1"/>
          </p:cNvPicPr>
          <p:nvPr/>
        </p:nvPicPr>
        <p:blipFill rotWithShape="1">
          <a:blip r:embed="rId3"/>
          <a:srcRect l="13256" r="17671"/>
          <a:stretch/>
        </p:blipFill>
        <p:spPr>
          <a:xfrm>
            <a:off x="7647710" y="2013414"/>
            <a:ext cx="4544290" cy="3684268"/>
          </a:xfrm>
          <a:prstGeom prst="rect">
            <a:avLst/>
          </a:prstGeom>
        </p:spPr>
      </p:pic>
      <p:sp>
        <p:nvSpPr>
          <p:cNvPr id="6" name="Rectangle 5">
            <a:extLst>
              <a:ext uri="{FF2B5EF4-FFF2-40B4-BE49-F238E27FC236}">
                <a16:creationId xmlns:a16="http://schemas.microsoft.com/office/drawing/2014/main" id="{0388CF5E-F212-9990-3CCD-46D50631628D}"/>
              </a:ext>
            </a:extLst>
          </p:cNvPr>
          <p:cNvSpPr/>
          <p:nvPr/>
        </p:nvSpPr>
        <p:spPr>
          <a:xfrm>
            <a:off x="7883236" y="2493818"/>
            <a:ext cx="1302328" cy="36021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31473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F8A96A85-122B-EE62-619B-1B8BA530AA98}"/>
              </a:ext>
            </a:extLst>
          </p:cNvPr>
          <p:cNvPicPr>
            <a:picLocks noGrp="1" noChangeAspect="1"/>
          </p:cNvPicPr>
          <p:nvPr>
            <p:ph idx="1"/>
          </p:nvPr>
        </p:nvPicPr>
        <p:blipFill>
          <a:blip r:embed="rId3"/>
          <a:stretch>
            <a:fillRect/>
          </a:stretch>
        </p:blipFill>
        <p:spPr>
          <a:xfrm>
            <a:off x="1007363" y="2769265"/>
            <a:ext cx="4056335" cy="3674153"/>
          </a:xfrm>
        </p:spPr>
      </p:pic>
      <p:pic>
        <p:nvPicPr>
          <p:cNvPr id="5" name="Content Placeholder 4" descr="A screenshot of a computer&#10;&#10;Description automatically generated">
            <a:extLst>
              <a:ext uri="{FF2B5EF4-FFF2-40B4-BE49-F238E27FC236}">
                <a16:creationId xmlns:a16="http://schemas.microsoft.com/office/drawing/2014/main" id="{CFD2E0B5-B74F-284F-A808-7722790A54A2}"/>
              </a:ext>
            </a:extLst>
          </p:cNvPr>
          <p:cNvPicPr>
            <a:picLocks noChangeAspect="1"/>
          </p:cNvPicPr>
          <p:nvPr/>
        </p:nvPicPr>
        <p:blipFill rotWithShape="1">
          <a:blip r:embed="rId4">
            <a:extLst>
              <a:ext uri="{28A0092B-C50C-407E-A947-70E740481C1C}">
                <a14:useLocalDpi xmlns:a14="http://schemas.microsoft.com/office/drawing/2010/main" val="0"/>
              </a:ext>
            </a:extLst>
          </a:blip>
          <a:srcRect l="-153" r="-1"/>
          <a:stretch/>
        </p:blipFill>
        <p:spPr>
          <a:xfrm>
            <a:off x="5444836" y="-1"/>
            <a:ext cx="6747164" cy="6858001"/>
          </a:xfrm>
          <a:prstGeom prst="rect">
            <a:avLst/>
          </a:prstGeom>
        </p:spPr>
      </p:pic>
      <p:sp>
        <p:nvSpPr>
          <p:cNvPr id="10" name="TextBox 9">
            <a:extLst>
              <a:ext uri="{FF2B5EF4-FFF2-40B4-BE49-F238E27FC236}">
                <a16:creationId xmlns:a16="http://schemas.microsoft.com/office/drawing/2014/main" id="{1DB9B3BD-91C7-3084-7AD6-319CFCC8A5E5}"/>
              </a:ext>
            </a:extLst>
          </p:cNvPr>
          <p:cNvSpPr txBox="1"/>
          <p:nvPr/>
        </p:nvSpPr>
        <p:spPr>
          <a:xfrm>
            <a:off x="457200" y="1337680"/>
            <a:ext cx="4987636" cy="1077218"/>
          </a:xfrm>
          <a:prstGeom prst="rect">
            <a:avLst/>
          </a:prstGeom>
          <a:noFill/>
        </p:spPr>
        <p:txBody>
          <a:bodyPr wrap="square" rtlCol="0">
            <a:spAutoFit/>
          </a:bodyPr>
          <a:lstStyle/>
          <a:p>
            <a:pPr marL="285750" indent="-285750">
              <a:buFont typeface="Arial" panose="020B0604020202020204" pitchFamily="34" charset="0"/>
              <a:buChar char="•"/>
            </a:pPr>
            <a:r>
              <a:rPr lang="es-ES" sz="1600" dirty="0" err="1"/>
              <a:t>Noticeable</a:t>
            </a:r>
            <a:r>
              <a:rPr lang="es-ES" sz="1600" dirty="0"/>
              <a:t> F1 scores </a:t>
            </a:r>
            <a:r>
              <a:rPr lang="es-ES" sz="1600" dirty="0" err="1"/>
              <a:t>for</a:t>
            </a:r>
            <a:r>
              <a:rPr lang="es-ES" sz="1600" dirty="0"/>
              <a:t> Johnny Deep, Alvaro or </a:t>
            </a:r>
            <a:r>
              <a:rPr lang="es-ES" sz="1600" dirty="0" err="1"/>
              <a:t>Scarlet</a:t>
            </a:r>
            <a:r>
              <a:rPr lang="es-ES" sz="1600" dirty="0"/>
              <a:t> Johansson </a:t>
            </a:r>
            <a:r>
              <a:rPr lang="es-ES" sz="1600" dirty="0" err="1"/>
              <a:t>for</a:t>
            </a:r>
            <a:r>
              <a:rPr lang="es-ES" sz="1600" dirty="0"/>
              <a:t> a </a:t>
            </a:r>
            <a:r>
              <a:rPr lang="es-ES" sz="1600" dirty="0" err="1"/>
              <a:t>near</a:t>
            </a:r>
            <a:r>
              <a:rPr lang="es-ES" sz="1600" dirty="0"/>
              <a:t> 100% score.</a:t>
            </a:r>
          </a:p>
          <a:p>
            <a:pPr marL="285750" indent="-285750">
              <a:buFont typeface="Arial" panose="020B0604020202020204" pitchFamily="34" charset="0"/>
              <a:buChar char="•"/>
            </a:pPr>
            <a:r>
              <a:rPr lang="es-ES" sz="1600" dirty="0" err="1"/>
              <a:t>Worst</a:t>
            </a:r>
            <a:r>
              <a:rPr lang="es-ES" sz="1600" dirty="0"/>
              <a:t> </a:t>
            </a:r>
            <a:r>
              <a:rPr lang="es-ES" sz="1600" dirty="0" err="1"/>
              <a:t>performers</a:t>
            </a:r>
            <a:r>
              <a:rPr lang="es-ES" sz="1600" dirty="0"/>
              <a:t> were Kate </a:t>
            </a:r>
            <a:r>
              <a:rPr lang="es-ES" sz="1600" dirty="0" err="1"/>
              <a:t>Winslet</a:t>
            </a:r>
            <a:r>
              <a:rPr lang="es-ES" sz="1600" dirty="0"/>
              <a:t> and </a:t>
            </a:r>
            <a:r>
              <a:rPr lang="es-ES" sz="1600" dirty="0" err="1"/>
              <a:t>Wills</a:t>
            </a:r>
            <a:r>
              <a:rPr lang="es-ES" sz="1600" dirty="0"/>
              <a:t> Smith</a:t>
            </a:r>
          </a:p>
        </p:txBody>
      </p:sp>
      <p:sp>
        <p:nvSpPr>
          <p:cNvPr id="2" name="Title 1">
            <a:extLst>
              <a:ext uri="{FF2B5EF4-FFF2-40B4-BE49-F238E27FC236}">
                <a16:creationId xmlns:a16="http://schemas.microsoft.com/office/drawing/2014/main" id="{F940F301-08A0-A00B-AC7C-1C8518D39654}"/>
              </a:ext>
            </a:extLst>
          </p:cNvPr>
          <p:cNvSpPr>
            <a:spLocks noGrp="1"/>
          </p:cNvSpPr>
          <p:nvPr>
            <p:ph type="title"/>
          </p:nvPr>
        </p:nvSpPr>
        <p:spPr>
          <a:xfrm>
            <a:off x="612647" y="346349"/>
            <a:ext cx="7755498" cy="760075"/>
          </a:xfrm>
        </p:spPr>
        <p:txBody>
          <a:bodyPr anchor="b">
            <a:normAutofit/>
          </a:bodyPr>
          <a:lstStyle/>
          <a:p>
            <a:r>
              <a:rPr lang="es-ES" dirty="0" err="1"/>
              <a:t>FaceNet</a:t>
            </a:r>
            <a:r>
              <a:rPr lang="es-ES" dirty="0"/>
              <a:t> Matrix</a:t>
            </a:r>
          </a:p>
        </p:txBody>
      </p:sp>
      <p:sp>
        <p:nvSpPr>
          <p:cNvPr id="11" name="TextBox 10">
            <a:extLst>
              <a:ext uri="{FF2B5EF4-FFF2-40B4-BE49-F238E27FC236}">
                <a16:creationId xmlns:a16="http://schemas.microsoft.com/office/drawing/2014/main" id="{31CAA0D0-0058-458B-6275-70DE33F93685}"/>
              </a:ext>
            </a:extLst>
          </p:cNvPr>
          <p:cNvSpPr txBox="1"/>
          <p:nvPr/>
        </p:nvSpPr>
        <p:spPr>
          <a:xfrm>
            <a:off x="1175198" y="6443418"/>
            <a:ext cx="3727302" cy="276999"/>
          </a:xfrm>
          <a:prstGeom prst="rect">
            <a:avLst/>
          </a:prstGeom>
          <a:noFill/>
        </p:spPr>
        <p:txBody>
          <a:bodyPr wrap="none" rtlCol="0">
            <a:spAutoFit/>
          </a:bodyPr>
          <a:lstStyle/>
          <a:p>
            <a:pPr algn="ctr"/>
            <a:r>
              <a:rPr lang="es-ES" sz="1200" dirty="0" err="1"/>
              <a:t>Facenet</a:t>
            </a:r>
            <a:r>
              <a:rPr lang="es-ES" sz="1200" dirty="0"/>
              <a:t> </a:t>
            </a:r>
            <a:r>
              <a:rPr lang="es-ES" sz="1200" dirty="0" err="1"/>
              <a:t>Evaluation</a:t>
            </a:r>
            <a:r>
              <a:rPr lang="es-ES" sz="1200" dirty="0"/>
              <a:t> scores per class (actor name)</a:t>
            </a:r>
          </a:p>
        </p:txBody>
      </p:sp>
    </p:spTree>
    <p:extLst>
      <p:ext uri="{BB962C8B-B14F-4D97-AF65-F5344CB8AC3E}">
        <p14:creationId xmlns:p14="http://schemas.microsoft.com/office/powerpoint/2010/main" val="2743383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A091E-A79B-A64F-5B66-50BDC9382FAC}"/>
              </a:ext>
            </a:extLst>
          </p:cNvPr>
          <p:cNvSpPr>
            <a:spLocks noGrp="1"/>
          </p:cNvSpPr>
          <p:nvPr>
            <p:ph type="title"/>
          </p:nvPr>
        </p:nvSpPr>
        <p:spPr/>
        <p:txBody>
          <a:bodyPr/>
          <a:lstStyle/>
          <a:p>
            <a:r>
              <a:rPr lang="es-ES" dirty="0" err="1"/>
              <a:t>Models</a:t>
            </a:r>
            <a:r>
              <a:rPr lang="es-ES" dirty="0"/>
              <a:t>: </a:t>
            </a:r>
            <a:r>
              <a:rPr lang="es-ES" dirty="0" err="1"/>
              <a:t>Embedding</a:t>
            </a:r>
            <a:r>
              <a:rPr lang="es-ES" dirty="0"/>
              <a:t> </a:t>
            </a:r>
            <a:r>
              <a:rPr lang="es-ES" dirty="0" err="1"/>
              <a:t>Based</a:t>
            </a:r>
            <a:r>
              <a:rPr lang="es-ES" dirty="0"/>
              <a:t> – </a:t>
            </a:r>
            <a:r>
              <a:rPr lang="es-ES" dirty="0" err="1"/>
              <a:t>ArcFace</a:t>
            </a:r>
            <a:endParaRPr lang="es-ES" dirty="0"/>
          </a:p>
        </p:txBody>
      </p:sp>
      <p:pic>
        <p:nvPicPr>
          <p:cNvPr id="6" name="Picture 5" descr="A group of people standing on top of a planet&#10;&#10;Description automatically generated">
            <a:extLst>
              <a:ext uri="{FF2B5EF4-FFF2-40B4-BE49-F238E27FC236}">
                <a16:creationId xmlns:a16="http://schemas.microsoft.com/office/drawing/2014/main" id="{6F7F44FC-4E03-0ABF-B2D2-B8357013F18A}"/>
              </a:ext>
            </a:extLst>
          </p:cNvPr>
          <p:cNvPicPr>
            <a:picLocks noChangeAspect="1"/>
          </p:cNvPicPr>
          <p:nvPr/>
        </p:nvPicPr>
        <p:blipFill rotWithShape="1">
          <a:blip r:embed="rId3">
            <a:extLst>
              <a:ext uri="{28A0092B-C50C-407E-A947-70E740481C1C}">
                <a14:useLocalDpi xmlns:a14="http://schemas.microsoft.com/office/drawing/2010/main" val="0"/>
              </a:ext>
            </a:extLst>
          </a:blip>
          <a:srcRect t="17760" r="50000"/>
          <a:stretch/>
        </p:blipFill>
        <p:spPr>
          <a:xfrm>
            <a:off x="8414905" y="1649615"/>
            <a:ext cx="3777095" cy="3558769"/>
          </a:xfrm>
          <a:prstGeom prst="rect">
            <a:avLst/>
          </a:prstGeom>
          <a:noFill/>
        </p:spPr>
      </p:pic>
      <p:sp>
        <p:nvSpPr>
          <p:cNvPr id="7" name="Content Placeholder 2">
            <a:extLst>
              <a:ext uri="{FF2B5EF4-FFF2-40B4-BE49-F238E27FC236}">
                <a16:creationId xmlns:a16="http://schemas.microsoft.com/office/drawing/2014/main" id="{82D8A6E4-C9C6-C0B1-2768-8C28618F9D1E}"/>
              </a:ext>
            </a:extLst>
          </p:cNvPr>
          <p:cNvSpPr txBox="1">
            <a:spLocks/>
          </p:cNvSpPr>
          <p:nvPr/>
        </p:nvSpPr>
        <p:spPr>
          <a:xfrm>
            <a:off x="612648" y="1680898"/>
            <a:ext cx="7802257" cy="482381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Uses </a:t>
            </a:r>
            <a:r>
              <a:rPr lang="en-US" dirty="0" err="1"/>
              <a:t>ArcFace</a:t>
            </a:r>
            <a:r>
              <a:rPr lang="en-US" dirty="0"/>
              <a:t> (</a:t>
            </a:r>
            <a:r>
              <a:rPr lang="en-US" dirty="0" err="1"/>
              <a:t>buffalo_l</a:t>
            </a:r>
            <a:r>
              <a:rPr lang="en-US" dirty="0"/>
              <a:t>) from </a:t>
            </a:r>
            <a:r>
              <a:rPr lang="en-US" dirty="0" err="1"/>
              <a:t>InsightFace</a:t>
            </a:r>
            <a:r>
              <a:rPr lang="en-US" dirty="0"/>
              <a:t> with </a:t>
            </a:r>
            <a:r>
              <a:rPr lang="en-US" dirty="0" err="1"/>
              <a:t>RetinaFace</a:t>
            </a:r>
            <a:r>
              <a:rPr lang="en-US" dirty="0"/>
              <a:t> for face detection and </a:t>
            </a:r>
            <a:r>
              <a:rPr lang="en-US" b="1" dirty="0"/>
              <a:t>Additive Angular Margin Loss</a:t>
            </a:r>
            <a:r>
              <a:rPr lang="en-US" dirty="0"/>
              <a:t>, which improves identity separation by enforcing angular boundaries between classes on a hypersphere</a:t>
            </a:r>
          </a:p>
          <a:p>
            <a:r>
              <a:rPr lang="en-US" dirty="0"/>
              <a:t>Embeddings are 512-dimensional and extracted per aligned face.</a:t>
            </a:r>
          </a:p>
          <a:p>
            <a:r>
              <a:rPr lang="en-US" dirty="0"/>
              <a:t>Classification is done using KNN with Euclidean distance. No model training is needed.</a:t>
            </a:r>
          </a:p>
          <a:p>
            <a:r>
              <a:rPr lang="en-US" dirty="0"/>
              <a:t>If no face is detected, a zero-vector is assigned. Ensures robustness and avoids pipeline failure.</a:t>
            </a:r>
          </a:p>
          <a:p>
            <a:r>
              <a:rPr lang="en-US" dirty="0"/>
              <a:t>Results: Original dataset </a:t>
            </a:r>
            <a:r>
              <a:rPr lang="en-US" b="1" dirty="0"/>
              <a:t>91.81%</a:t>
            </a:r>
            <a:endParaRPr lang="es-ES" b="1" dirty="0"/>
          </a:p>
          <a:p>
            <a:endParaRPr lang="es-ES" dirty="0"/>
          </a:p>
        </p:txBody>
      </p:sp>
    </p:spTree>
    <p:extLst>
      <p:ext uri="{BB962C8B-B14F-4D97-AF65-F5344CB8AC3E}">
        <p14:creationId xmlns:p14="http://schemas.microsoft.com/office/powerpoint/2010/main" val="984394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with numbers and letters&#10;&#10;Description automatically generated with medium confidence">
            <a:extLst>
              <a:ext uri="{FF2B5EF4-FFF2-40B4-BE49-F238E27FC236}">
                <a16:creationId xmlns:a16="http://schemas.microsoft.com/office/drawing/2014/main" id="{D7290B01-5FF6-20C3-262E-0FC32635419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19392" y="0"/>
            <a:ext cx="6872608" cy="6858000"/>
          </a:xfrm>
        </p:spPr>
      </p:pic>
      <p:pic>
        <p:nvPicPr>
          <p:cNvPr id="5" name="Picture 4">
            <a:extLst>
              <a:ext uri="{FF2B5EF4-FFF2-40B4-BE49-F238E27FC236}">
                <a16:creationId xmlns:a16="http://schemas.microsoft.com/office/drawing/2014/main" id="{015A7E74-795E-0269-419B-267B25B05909}"/>
              </a:ext>
            </a:extLst>
          </p:cNvPr>
          <p:cNvPicPr>
            <a:picLocks noChangeAspect="1"/>
          </p:cNvPicPr>
          <p:nvPr/>
        </p:nvPicPr>
        <p:blipFill>
          <a:blip r:embed="rId4"/>
          <a:stretch>
            <a:fillRect/>
          </a:stretch>
        </p:blipFill>
        <p:spPr>
          <a:xfrm>
            <a:off x="1060535" y="2775283"/>
            <a:ext cx="3962188" cy="3696901"/>
          </a:xfrm>
          <a:prstGeom prst="rect">
            <a:avLst/>
          </a:prstGeom>
        </p:spPr>
      </p:pic>
      <p:sp>
        <p:nvSpPr>
          <p:cNvPr id="2" name="Title 1">
            <a:extLst>
              <a:ext uri="{FF2B5EF4-FFF2-40B4-BE49-F238E27FC236}">
                <a16:creationId xmlns:a16="http://schemas.microsoft.com/office/drawing/2014/main" id="{ACD54872-147D-6054-11F5-9986B6DBE3C5}"/>
              </a:ext>
            </a:extLst>
          </p:cNvPr>
          <p:cNvSpPr>
            <a:spLocks noGrp="1"/>
          </p:cNvSpPr>
          <p:nvPr>
            <p:ph type="title"/>
          </p:nvPr>
        </p:nvSpPr>
        <p:spPr/>
        <p:txBody>
          <a:bodyPr/>
          <a:lstStyle/>
          <a:p>
            <a:r>
              <a:rPr lang="es-ES" dirty="0" err="1"/>
              <a:t>ArcFace</a:t>
            </a:r>
            <a:r>
              <a:rPr lang="es-ES" dirty="0"/>
              <a:t> Matrix</a:t>
            </a:r>
          </a:p>
        </p:txBody>
      </p:sp>
      <p:sp>
        <p:nvSpPr>
          <p:cNvPr id="10" name="TextBox 9">
            <a:extLst>
              <a:ext uri="{FF2B5EF4-FFF2-40B4-BE49-F238E27FC236}">
                <a16:creationId xmlns:a16="http://schemas.microsoft.com/office/drawing/2014/main" id="{D6E9C06A-B626-7E83-3E7B-23ACFE6B27DC}"/>
              </a:ext>
            </a:extLst>
          </p:cNvPr>
          <p:cNvSpPr txBox="1"/>
          <p:nvPr/>
        </p:nvSpPr>
        <p:spPr>
          <a:xfrm>
            <a:off x="1164779" y="6443418"/>
            <a:ext cx="3748142" cy="276999"/>
          </a:xfrm>
          <a:prstGeom prst="rect">
            <a:avLst/>
          </a:prstGeom>
          <a:noFill/>
        </p:spPr>
        <p:txBody>
          <a:bodyPr wrap="none" rtlCol="0">
            <a:spAutoFit/>
          </a:bodyPr>
          <a:lstStyle/>
          <a:p>
            <a:pPr algn="ctr"/>
            <a:r>
              <a:rPr lang="es-ES" sz="1200" dirty="0" err="1"/>
              <a:t>ArcFace</a:t>
            </a:r>
            <a:r>
              <a:rPr lang="es-ES" sz="1200" dirty="0"/>
              <a:t> </a:t>
            </a:r>
            <a:r>
              <a:rPr lang="es-ES" sz="1200" dirty="0" err="1"/>
              <a:t>Evaluation</a:t>
            </a:r>
            <a:r>
              <a:rPr lang="es-ES" sz="1200" dirty="0"/>
              <a:t> scores per class (actor name)</a:t>
            </a:r>
          </a:p>
        </p:txBody>
      </p:sp>
      <p:sp>
        <p:nvSpPr>
          <p:cNvPr id="11" name="TextBox 10">
            <a:extLst>
              <a:ext uri="{FF2B5EF4-FFF2-40B4-BE49-F238E27FC236}">
                <a16:creationId xmlns:a16="http://schemas.microsoft.com/office/drawing/2014/main" id="{B41B0D44-A7E0-5FA0-A4C6-9DCD6E951AFC}"/>
              </a:ext>
            </a:extLst>
          </p:cNvPr>
          <p:cNvSpPr txBox="1"/>
          <p:nvPr/>
        </p:nvSpPr>
        <p:spPr>
          <a:xfrm>
            <a:off x="612648" y="1163782"/>
            <a:ext cx="4873752" cy="1323439"/>
          </a:xfrm>
          <a:prstGeom prst="rect">
            <a:avLst/>
          </a:prstGeom>
          <a:noFill/>
        </p:spPr>
        <p:txBody>
          <a:bodyPr wrap="square" rtlCol="0">
            <a:spAutoFit/>
          </a:bodyPr>
          <a:lstStyle/>
          <a:p>
            <a:pPr marL="285750" indent="-285750">
              <a:buFont typeface="Arial" panose="020B0604020202020204" pitchFamily="34" charset="0"/>
              <a:buChar char="•"/>
            </a:pPr>
            <a:r>
              <a:rPr lang="es-ES" sz="1600" dirty="0" err="1"/>
              <a:t>Precision</a:t>
            </a:r>
            <a:r>
              <a:rPr lang="es-ES" sz="1600" dirty="0"/>
              <a:t> </a:t>
            </a:r>
            <a:r>
              <a:rPr lang="es-ES" sz="1600" dirty="0" err="1"/>
              <a:t>noticeably</a:t>
            </a:r>
            <a:r>
              <a:rPr lang="es-ES" sz="1600" dirty="0"/>
              <a:t> better </a:t>
            </a:r>
            <a:r>
              <a:rPr lang="es-ES" sz="1600" dirty="0" err="1"/>
              <a:t>compared</a:t>
            </a:r>
            <a:r>
              <a:rPr lang="es-ES" sz="1600" dirty="0"/>
              <a:t> to </a:t>
            </a:r>
            <a:r>
              <a:rPr lang="es-ES" sz="1600" dirty="0" err="1"/>
              <a:t>FaceNet</a:t>
            </a:r>
            <a:r>
              <a:rPr lang="es-ES" sz="1600" dirty="0"/>
              <a:t>, </a:t>
            </a:r>
            <a:r>
              <a:rPr lang="es-ES" sz="1600" dirty="0" err="1"/>
              <a:t>outlier</a:t>
            </a:r>
            <a:r>
              <a:rPr lang="es-ES" sz="1600" dirty="0"/>
              <a:t> Denzel Washington.</a:t>
            </a:r>
          </a:p>
          <a:p>
            <a:pPr marL="285750" indent="-285750">
              <a:buFont typeface="Arial" panose="020B0604020202020204" pitchFamily="34" charset="0"/>
              <a:buChar char="•"/>
            </a:pPr>
            <a:r>
              <a:rPr lang="es-ES" sz="1600" dirty="0" err="1"/>
              <a:t>Several</a:t>
            </a:r>
            <a:r>
              <a:rPr lang="es-ES" sz="1600" dirty="0"/>
              <a:t> </a:t>
            </a:r>
            <a:r>
              <a:rPr lang="es-ES" sz="1600" dirty="0" err="1"/>
              <a:t>identities</a:t>
            </a:r>
            <a:r>
              <a:rPr lang="es-ES" sz="1600" dirty="0"/>
              <a:t> </a:t>
            </a:r>
            <a:r>
              <a:rPr lang="es-ES" sz="1600" dirty="0" err="1"/>
              <a:t>achieve</a:t>
            </a:r>
            <a:r>
              <a:rPr lang="es-ES" sz="1600" dirty="0"/>
              <a:t> </a:t>
            </a:r>
            <a:r>
              <a:rPr lang="es-ES" sz="1600" dirty="0" err="1"/>
              <a:t>perfect</a:t>
            </a:r>
            <a:r>
              <a:rPr lang="es-ES" sz="1600" dirty="0"/>
              <a:t> </a:t>
            </a:r>
            <a:r>
              <a:rPr lang="es-ES" sz="1600" dirty="0" err="1"/>
              <a:t>precision</a:t>
            </a:r>
            <a:r>
              <a:rPr lang="es-ES" sz="1600" dirty="0"/>
              <a:t> and </a:t>
            </a:r>
            <a:r>
              <a:rPr lang="es-ES" sz="1600" dirty="0" err="1"/>
              <a:t>recall</a:t>
            </a:r>
            <a:endParaRPr lang="es-ES" sz="1600" dirty="0"/>
          </a:p>
          <a:p>
            <a:pPr marL="285750" indent="-285750">
              <a:buFont typeface="Arial" panose="020B0604020202020204" pitchFamily="34" charset="0"/>
              <a:buChar char="•"/>
            </a:pPr>
            <a:r>
              <a:rPr lang="en-US" sz="1600" dirty="0"/>
              <a:t>Fast, accurate, and training-free approach</a:t>
            </a:r>
            <a:endParaRPr lang="es-ES" sz="1600" dirty="0"/>
          </a:p>
        </p:txBody>
      </p:sp>
    </p:spTree>
    <p:extLst>
      <p:ext uri="{BB962C8B-B14F-4D97-AF65-F5344CB8AC3E}">
        <p14:creationId xmlns:p14="http://schemas.microsoft.com/office/powerpoint/2010/main" val="1022207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54872-147D-6054-11F5-9986B6DBE3C5}"/>
              </a:ext>
            </a:extLst>
          </p:cNvPr>
          <p:cNvSpPr>
            <a:spLocks noGrp="1"/>
          </p:cNvSpPr>
          <p:nvPr>
            <p:ph type="title"/>
          </p:nvPr>
        </p:nvSpPr>
        <p:spPr/>
        <p:txBody>
          <a:bodyPr/>
          <a:lstStyle/>
          <a:p>
            <a:r>
              <a:rPr lang="es-ES" dirty="0" err="1"/>
              <a:t>Evaluation</a:t>
            </a:r>
            <a:r>
              <a:rPr lang="es-ES" dirty="0"/>
              <a:t> - </a:t>
            </a:r>
            <a:r>
              <a:rPr lang="es-ES" dirty="0" err="1"/>
              <a:t>Classification</a:t>
            </a:r>
            <a:endParaRPr lang="es-ES" dirty="0"/>
          </a:p>
        </p:txBody>
      </p:sp>
      <p:pic>
        <p:nvPicPr>
          <p:cNvPr id="6" name="Content Placeholder 5">
            <a:extLst>
              <a:ext uri="{FF2B5EF4-FFF2-40B4-BE49-F238E27FC236}">
                <a16:creationId xmlns:a16="http://schemas.microsoft.com/office/drawing/2014/main" id="{407BC509-C67E-98F9-EAE1-6B7856C375A7}"/>
              </a:ext>
            </a:extLst>
          </p:cNvPr>
          <p:cNvPicPr>
            <a:picLocks noGrp="1" noChangeAspect="1"/>
          </p:cNvPicPr>
          <p:nvPr>
            <p:ph idx="1"/>
          </p:nvPr>
        </p:nvPicPr>
        <p:blipFill>
          <a:blip r:embed="rId3"/>
          <a:stretch>
            <a:fillRect/>
          </a:stretch>
        </p:blipFill>
        <p:spPr>
          <a:xfrm>
            <a:off x="5782432" y="3344361"/>
            <a:ext cx="6409568" cy="3513639"/>
          </a:xfrm>
          <a:prstGeom prst="rect">
            <a:avLst/>
          </a:prstGeom>
        </p:spPr>
      </p:pic>
      <p:sp>
        <p:nvSpPr>
          <p:cNvPr id="7" name="TextBox 6">
            <a:extLst>
              <a:ext uri="{FF2B5EF4-FFF2-40B4-BE49-F238E27FC236}">
                <a16:creationId xmlns:a16="http://schemas.microsoft.com/office/drawing/2014/main" id="{3CBD4DF5-7CC5-9AFE-8451-6CC9B5F9EBC5}"/>
              </a:ext>
            </a:extLst>
          </p:cNvPr>
          <p:cNvSpPr txBox="1"/>
          <p:nvPr/>
        </p:nvSpPr>
        <p:spPr>
          <a:xfrm>
            <a:off x="612648" y="1475874"/>
            <a:ext cx="5169784" cy="4770537"/>
          </a:xfrm>
          <a:prstGeom prst="rect">
            <a:avLst/>
          </a:prstGeom>
          <a:noFill/>
        </p:spPr>
        <p:txBody>
          <a:bodyPr wrap="square" rtlCol="0">
            <a:spAutoFit/>
          </a:bodyPr>
          <a:lstStyle/>
          <a:p>
            <a:pPr marL="342900" indent="-342900">
              <a:buFont typeface="Arial" panose="020B0604020202020204" pitchFamily="34" charset="0"/>
              <a:buChar char="•"/>
            </a:pPr>
            <a:r>
              <a:rPr lang="es-ES" sz="2000" dirty="0" err="1"/>
              <a:t>Images</a:t>
            </a:r>
            <a:r>
              <a:rPr lang="es-ES" sz="2000" dirty="0"/>
              <a:t> </a:t>
            </a:r>
            <a:r>
              <a:rPr lang="es-ES" sz="2000" dirty="0" err="1"/>
              <a:t>on</a:t>
            </a:r>
            <a:r>
              <a:rPr lang="es-ES" sz="2000" dirty="0"/>
              <a:t> the test set are </a:t>
            </a:r>
            <a:r>
              <a:rPr lang="es-ES" sz="2000" dirty="0" err="1"/>
              <a:t>assigned</a:t>
            </a:r>
            <a:r>
              <a:rPr lang="es-ES" sz="2000" dirty="0"/>
              <a:t> a class that can be </a:t>
            </a:r>
            <a:r>
              <a:rPr lang="es-ES" sz="2000" dirty="0" err="1"/>
              <a:t>correct</a:t>
            </a:r>
            <a:r>
              <a:rPr lang="es-ES" sz="2000" dirty="0"/>
              <a:t> or </a:t>
            </a:r>
            <a:r>
              <a:rPr lang="es-ES" sz="2000" dirty="0" err="1"/>
              <a:t>incorrect</a:t>
            </a:r>
            <a:r>
              <a:rPr lang="es-ES" sz="2000" dirty="0"/>
              <a:t>.</a:t>
            </a:r>
          </a:p>
          <a:p>
            <a:pPr marL="342900" indent="-342900">
              <a:buFont typeface="Arial" panose="020B0604020202020204" pitchFamily="34" charset="0"/>
              <a:buChar char="•"/>
            </a:pPr>
            <a:r>
              <a:rPr lang="es-ES" sz="2000" dirty="0" err="1"/>
              <a:t>Useful</a:t>
            </a:r>
            <a:r>
              <a:rPr lang="es-ES" sz="2000" dirty="0"/>
              <a:t> to decide if an </a:t>
            </a:r>
            <a:r>
              <a:rPr lang="es-ES" sz="2000" dirty="0" err="1"/>
              <a:t>image</a:t>
            </a:r>
            <a:r>
              <a:rPr lang="es-ES" sz="2000" dirty="0"/>
              <a:t> (</a:t>
            </a:r>
            <a:r>
              <a:rPr lang="es-ES" sz="2000" dirty="0" err="1"/>
              <a:t>user</a:t>
            </a:r>
            <a:r>
              <a:rPr lang="es-ES" sz="2000" dirty="0"/>
              <a:t> </a:t>
            </a:r>
            <a:r>
              <a:rPr lang="es-ES" sz="2000" dirty="0" err="1"/>
              <a:t>login</a:t>
            </a:r>
            <a:r>
              <a:rPr lang="es-ES" sz="2000" dirty="0"/>
              <a:t>) </a:t>
            </a:r>
            <a:r>
              <a:rPr lang="es-ES" sz="2000" dirty="0" err="1"/>
              <a:t>matches</a:t>
            </a:r>
            <a:r>
              <a:rPr lang="es-ES" sz="2000" dirty="0"/>
              <a:t> </a:t>
            </a:r>
            <a:r>
              <a:rPr lang="es-ES" sz="2000" dirty="0" err="1"/>
              <a:t>any</a:t>
            </a:r>
            <a:r>
              <a:rPr lang="es-ES" sz="2000" dirty="0"/>
              <a:t> </a:t>
            </a:r>
            <a:r>
              <a:rPr lang="es-ES" sz="2000" dirty="0" err="1"/>
              <a:t>of</a:t>
            </a:r>
            <a:r>
              <a:rPr lang="es-ES" sz="2000" dirty="0"/>
              <a:t> the </a:t>
            </a:r>
            <a:r>
              <a:rPr lang="es-ES" sz="2000" dirty="0" err="1"/>
              <a:t>registered</a:t>
            </a:r>
            <a:r>
              <a:rPr lang="es-ES" sz="2000" dirty="0"/>
              <a:t> </a:t>
            </a:r>
            <a:r>
              <a:rPr lang="es-ES" sz="2000" dirty="0" err="1"/>
              <a:t>identities</a:t>
            </a:r>
            <a:r>
              <a:rPr lang="es-ES" sz="2000" dirty="0"/>
              <a:t>. The </a:t>
            </a:r>
            <a:r>
              <a:rPr lang="es-ES" sz="2000" dirty="0" err="1"/>
              <a:t>user</a:t>
            </a:r>
            <a:r>
              <a:rPr lang="es-ES" sz="2000" dirty="0"/>
              <a:t> must be </a:t>
            </a:r>
            <a:r>
              <a:rPr lang="es-ES" sz="2000" dirty="0" err="1"/>
              <a:t>on</a:t>
            </a:r>
            <a:r>
              <a:rPr lang="es-ES" sz="2000" dirty="0"/>
              <a:t> the model when </a:t>
            </a:r>
            <a:r>
              <a:rPr lang="es-ES" sz="2000" dirty="0" err="1"/>
              <a:t>trained</a:t>
            </a:r>
            <a:r>
              <a:rPr lang="es-ES" sz="2000" dirty="0"/>
              <a:t>.</a:t>
            </a:r>
          </a:p>
          <a:p>
            <a:pPr marL="342900" indent="-342900">
              <a:buFont typeface="Arial" panose="020B0604020202020204" pitchFamily="34" charset="0"/>
              <a:buChar char="•"/>
            </a:pPr>
            <a:r>
              <a:rPr lang="es-ES" sz="2000" dirty="0" err="1"/>
              <a:t>Evaluation</a:t>
            </a:r>
            <a:r>
              <a:rPr lang="es-ES" sz="2000" dirty="0"/>
              <a:t> </a:t>
            </a:r>
            <a:r>
              <a:rPr lang="es-ES" sz="2000" dirty="0" err="1"/>
              <a:t>metrics</a:t>
            </a:r>
            <a:r>
              <a:rPr lang="es-ES" sz="2000" dirty="0"/>
              <a:t> are:</a:t>
            </a:r>
            <a:br>
              <a:rPr lang="es-ES" sz="2000" dirty="0"/>
            </a:br>
            <a:endParaRPr lang="es-ES" sz="2000" dirty="0"/>
          </a:p>
          <a:p>
            <a:pPr marL="800100" lvl="1" indent="-342900">
              <a:buFont typeface="Arial" panose="020B0604020202020204" pitchFamily="34" charset="0"/>
              <a:buChar char="•"/>
            </a:pPr>
            <a:r>
              <a:rPr lang="en-US" dirty="0"/>
              <a:t>Accuracy: % of correct predictions.</a:t>
            </a:r>
          </a:p>
          <a:p>
            <a:pPr marL="800100" lvl="1" indent="-342900">
              <a:buFont typeface="Arial" panose="020B0604020202020204" pitchFamily="34" charset="0"/>
              <a:buChar char="•"/>
            </a:pPr>
            <a:r>
              <a:rPr lang="en-US" dirty="0"/>
              <a:t>Precision: % of predicted positives that are correct.</a:t>
            </a:r>
          </a:p>
          <a:p>
            <a:pPr marL="800100" lvl="1" indent="-342900">
              <a:buFont typeface="Arial" panose="020B0604020202020204" pitchFamily="34" charset="0"/>
              <a:buChar char="•"/>
            </a:pPr>
            <a:r>
              <a:rPr lang="en-US" dirty="0"/>
              <a:t>Recall: % of actual positives correctly predicted.</a:t>
            </a:r>
          </a:p>
          <a:p>
            <a:pPr marL="800100" lvl="1" indent="-342900">
              <a:buFont typeface="Arial" panose="020B0604020202020204" pitchFamily="34" charset="0"/>
              <a:buChar char="•"/>
            </a:pPr>
            <a:r>
              <a:rPr lang="en-US" dirty="0"/>
              <a:t>F1-Score: Balance between precision and recall.</a:t>
            </a:r>
          </a:p>
          <a:p>
            <a:pPr marL="342900" indent="-342900">
              <a:buFont typeface="Arial" panose="020B0604020202020204" pitchFamily="34" charset="0"/>
              <a:buChar char="•"/>
            </a:pPr>
            <a:endParaRPr lang="es-ES" dirty="0"/>
          </a:p>
        </p:txBody>
      </p:sp>
      <p:pic>
        <p:nvPicPr>
          <p:cNvPr id="12" name="Picture 11" descr="A collage of a person smiling&#10;&#10;Description automatically generated">
            <a:extLst>
              <a:ext uri="{FF2B5EF4-FFF2-40B4-BE49-F238E27FC236}">
                <a16:creationId xmlns:a16="http://schemas.microsoft.com/office/drawing/2014/main" id="{23C20CB9-0DAC-FE94-D13B-85874DA94B9D}"/>
              </a:ext>
            </a:extLst>
          </p:cNvPr>
          <p:cNvPicPr>
            <a:picLocks noChangeAspect="1"/>
          </p:cNvPicPr>
          <p:nvPr/>
        </p:nvPicPr>
        <p:blipFill rotWithShape="1">
          <a:blip r:embed="rId4">
            <a:extLst>
              <a:ext uri="{28A0092B-C50C-407E-A947-70E740481C1C}">
                <a14:useLocalDpi xmlns:a14="http://schemas.microsoft.com/office/drawing/2010/main" val="0"/>
              </a:ext>
            </a:extLst>
          </a:blip>
          <a:srcRect l="8737"/>
          <a:stretch/>
        </p:blipFill>
        <p:spPr>
          <a:xfrm>
            <a:off x="7015442" y="126067"/>
            <a:ext cx="5045242" cy="3109662"/>
          </a:xfrm>
          <a:prstGeom prst="rect">
            <a:avLst/>
          </a:prstGeom>
        </p:spPr>
      </p:pic>
    </p:spTree>
    <p:extLst>
      <p:ext uri="{BB962C8B-B14F-4D97-AF65-F5344CB8AC3E}">
        <p14:creationId xmlns:p14="http://schemas.microsoft.com/office/powerpoint/2010/main" val="4079644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33E2-1138-2856-831A-27E03C344295}"/>
              </a:ext>
            </a:extLst>
          </p:cNvPr>
          <p:cNvSpPr>
            <a:spLocks noGrp="1"/>
          </p:cNvSpPr>
          <p:nvPr>
            <p:ph type="title"/>
          </p:nvPr>
        </p:nvSpPr>
        <p:spPr/>
        <p:txBody>
          <a:bodyPr/>
          <a:lstStyle/>
          <a:p>
            <a:r>
              <a:rPr lang="es-ES" dirty="0" err="1"/>
              <a:t>Evaluation</a:t>
            </a:r>
            <a:r>
              <a:rPr lang="es-ES" dirty="0"/>
              <a:t> - </a:t>
            </a:r>
            <a:r>
              <a:rPr lang="es-ES" dirty="0" err="1"/>
              <a:t>Classification</a:t>
            </a:r>
            <a:r>
              <a:rPr lang="es-ES" dirty="0"/>
              <a:t> - </a:t>
            </a:r>
            <a:r>
              <a:rPr lang="es-ES" dirty="0" err="1"/>
              <a:t>Comparison</a:t>
            </a:r>
            <a:endParaRPr lang="es-ES" dirty="0"/>
          </a:p>
        </p:txBody>
      </p:sp>
      <p:pic>
        <p:nvPicPr>
          <p:cNvPr id="5" name="Content Placeholder 4">
            <a:extLst>
              <a:ext uri="{FF2B5EF4-FFF2-40B4-BE49-F238E27FC236}">
                <a16:creationId xmlns:a16="http://schemas.microsoft.com/office/drawing/2014/main" id="{84BC6772-B94E-E397-3B45-9228E54CF73A}"/>
              </a:ext>
            </a:extLst>
          </p:cNvPr>
          <p:cNvPicPr>
            <a:picLocks noGrp="1" noChangeAspect="1"/>
          </p:cNvPicPr>
          <p:nvPr>
            <p:ph idx="1"/>
          </p:nvPr>
        </p:nvPicPr>
        <p:blipFill>
          <a:blip r:embed="rId3"/>
          <a:stretch>
            <a:fillRect/>
          </a:stretch>
        </p:blipFill>
        <p:spPr>
          <a:xfrm>
            <a:off x="5749636" y="1680898"/>
            <a:ext cx="6277794" cy="3914056"/>
          </a:xfrm>
        </p:spPr>
      </p:pic>
      <p:sp>
        <p:nvSpPr>
          <p:cNvPr id="7" name="TextBox 6">
            <a:extLst>
              <a:ext uri="{FF2B5EF4-FFF2-40B4-BE49-F238E27FC236}">
                <a16:creationId xmlns:a16="http://schemas.microsoft.com/office/drawing/2014/main" id="{B0478D3E-366B-3D9C-2D6A-802B834292C8}"/>
              </a:ext>
            </a:extLst>
          </p:cNvPr>
          <p:cNvSpPr txBox="1"/>
          <p:nvPr/>
        </p:nvSpPr>
        <p:spPr>
          <a:xfrm>
            <a:off x="612648" y="1565564"/>
            <a:ext cx="5026152" cy="3785652"/>
          </a:xfrm>
          <a:prstGeom prst="rect">
            <a:avLst/>
          </a:prstGeom>
          <a:noFill/>
        </p:spPr>
        <p:txBody>
          <a:bodyPr wrap="square" rtlCol="0">
            <a:spAutoFit/>
          </a:bodyPr>
          <a:lstStyle/>
          <a:p>
            <a:pPr marL="342900" indent="-342900">
              <a:buFont typeface="Arial" panose="020B0604020202020204" pitchFamily="34" charset="0"/>
              <a:buChar char="•"/>
            </a:pPr>
            <a:r>
              <a:rPr lang="es-ES" sz="2000" b="1" dirty="0" err="1"/>
              <a:t>Best</a:t>
            </a:r>
            <a:r>
              <a:rPr lang="es-ES" sz="2000" b="1" dirty="0"/>
              <a:t> </a:t>
            </a:r>
            <a:r>
              <a:rPr lang="es-ES" sz="2000" b="1" dirty="0" err="1"/>
              <a:t>models</a:t>
            </a:r>
            <a:r>
              <a:rPr lang="es-ES" sz="2000" dirty="0"/>
              <a:t>: VGG16 </a:t>
            </a:r>
            <a:r>
              <a:rPr lang="es-ES" sz="2000" dirty="0" err="1"/>
              <a:t>Custom</a:t>
            </a:r>
            <a:r>
              <a:rPr lang="es-ES" sz="2000" dirty="0"/>
              <a:t> </a:t>
            </a:r>
            <a:r>
              <a:rPr lang="es-ES" sz="2000" dirty="0" err="1"/>
              <a:t>trained</a:t>
            </a:r>
            <a:r>
              <a:rPr lang="es-ES" sz="2000" dirty="0"/>
              <a:t> </a:t>
            </a:r>
            <a:r>
              <a:rPr lang="es-ES" sz="2000" dirty="0" err="1"/>
              <a:t>on</a:t>
            </a:r>
            <a:r>
              <a:rPr lang="es-ES" sz="2000" dirty="0"/>
              <a:t> </a:t>
            </a:r>
            <a:r>
              <a:rPr lang="es-ES" sz="2000" dirty="0" err="1"/>
              <a:t>Augmented</a:t>
            </a:r>
            <a:r>
              <a:rPr lang="es-ES" sz="2000" dirty="0"/>
              <a:t> </a:t>
            </a:r>
            <a:r>
              <a:rPr lang="es-ES" sz="2000" dirty="0" err="1"/>
              <a:t>dataset</a:t>
            </a:r>
            <a:r>
              <a:rPr lang="es-ES" sz="2000" dirty="0"/>
              <a:t> and </a:t>
            </a:r>
            <a:r>
              <a:rPr lang="es-ES" sz="2000" dirty="0" err="1"/>
              <a:t>ArcFace</a:t>
            </a:r>
            <a:r>
              <a:rPr lang="es-ES" sz="2000" dirty="0"/>
              <a:t>, </a:t>
            </a:r>
            <a:r>
              <a:rPr lang="es-ES" sz="2000" dirty="0" err="1"/>
              <a:t>followed</a:t>
            </a:r>
            <a:r>
              <a:rPr lang="es-ES" sz="2000" dirty="0"/>
              <a:t> by </a:t>
            </a:r>
            <a:r>
              <a:rPr lang="es-ES" sz="2000" dirty="0" err="1"/>
              <a:t>DeepFace</a:t>
            </a:r>
            <a:r>
              <a:rPr lang="es-ES" sz="2000" dirty="0"/>
              <a:t> and MobileNetV2 </a:t>
            </a:r>
            <a:r>
              <a:rPr lang="es-ES" sz="2000" dirty="0" err="1"/>
              <a:t>trained</a:t>
            </a:r>
            <a:r>
              <a:rPr lang="es-ES" sz="2000" dirty="0"/>
              <a:t> </a:t>
            </a:r>
            <a:r>
              <a:rPr lang="es-ES" sz="2000" dirty="0" err="1"/>
              <a:t>on</a:t>
            </a:r>
            <a:r>
              <a:rPr lang="es-ES" sz="2000" dirty="0"/>
              <a:t> </a:t>
            </a:r>
            <a:r>
              <a:rPr lang="es-ES" sz="2000" dirty="0" err="1"/>
              <a:t>Augmented</a:t>
            </a:r>
            <a:r>
              <a:rPr lang="es-ES" sz="2000" dirty="0"/>
              <a:t>.</a:t>
            </a:r>
          </a:p>
          <a:p>
            <a:pPr marL="342900" indent="-342900">
              <a:buFont typeface="Arial" panose="020B0604020202020204" pitchFamily="34" charset="0"/>
              <a:buChar char="•"/>
            </a:pPr>
            <a:r>
              <a:rPr lang="es-ES" sz="2000" b="1" dirty="0" err="1"/>
              <a:t>Worst</a:t>
            </a:r>
            <a:r>
              <a:rPr lang="es-ES" sz="2000" b="1" dirty="0"/>
              <a:t> </a:t>
            </a:r>
            <a:r>
              <a:rPr lang="es-ES" sz="2000" b="1" dirty="0" err="1"/>
              <a:t>performers</a:t>
            </a:r>
            <a:r>
              <a:rPr lang="es-ES" sz="2000" dirty="0"/>
              <a:t>:</a:t>
            </a:r>
            <a:r>
              <a:rPr lang="es-ES" sz="2000" b="1" dirty="0"/>
              <a:t> </a:t>
            </a:r>
            <a:r>
              <a:rPr lang="es-ES" sz="2000" dirty="0"/>
              <a:t>the </a:t>
            </a:r>
            <a:r>
              <a:rPr lang="es-ES" sz="2000" dirty="0" err="1"/>
              <a:t>Classical</a:t>
            </a:r>
            <a:r>
              <a:rPr lang="es-ES" sz="2000" dirty="0"/>
              <a:t> </a:t>
            </a:r>
            <a:r>
              <a:rPr lang="es-ES" sz="2000" dirty="0" err="1"/>
              <a:t>Approaches</a:t>
            </a:r>
            <a:r>
              <a:rPr lang="es-ES" sz="2000" dirty="0"/>
              <a:t>: PCA, LBP </a:t>
            </a:r>
          </a:p>
          <a:p>
            <a:pPr marL="342900" indent="-342900">
              <a:buFont typeface="Arial" panose="020B0604020202020204" pitchFamily="34" charset="0"/>
              <a:buChar char="•"/>
            </a:pPr>
            <a:r>
              <a:rPr lang="es-ES" sz="2000" dirty="0" err="1"/>
              <a:t>Best</a:t>
            </a:r>
            <a:r>
              <a:rPr lang="es-ES" sz="2000" dirty="0"/>
              <a:t> </a:t>
            </a:r>
            <a:r>
              <a:rPr lang="es-ES" sz="2000" dirty="0" err="1"/>
              <a:t>models</a:t>
            </a:r>
            <a:r>
              <a:rPr lang="es-ES" sz="2000" dirty="0"/>
              <a:t> </a:t>
            </a:r>
            <a:r>
              <a:rPr lang="es-ES" sz="2000" dirty="0" err="1"/>
              <a:t>achieve</a:t>
            </a:r>
            <a:r>
              <a:rPr lang="es-ES" sz="2000" dirty="0"/>
              <a:t> F1_scores </a:t>
            </a:r>
            <a:r>
              <a:rPr lang="es-ES" sz="2000" dirty="0" err="1"/>
              <a:t>above</a:t>
            </a:r>
            <a:r>
              <a:rPr lang="es-ES" sz="2000" dirty="0"/>
              <a:t> 0.88, </a:t>
            </a:r>
            <a:r>
              <a:rPr lang="en-US" sz="2000" dirty="0"/>
              <a:t>indicating strong and consistent prediction quality</a:t>
            </a:r>
            <a:endParaRPr lang="es-ES" sz="2000" dirty="0"/>
          </a:p>
          <a:p>
            <a:pPr marL="342900" indent="-342900">
              <a:buFont typeface="Arial" panose="020B0604020202020204" pitchFamily="34" charset="0"/>
              <a:buChar char="•"/>
            </a:pPr>
            <a:r>
              <a:rPr lang="es-ES" sz="2000" dirty="0"/>
              <a:t>CNN </a:t>
            </a:r>
            <a:r>
              <a:rPr lang="es-ES" sz="2000" dirty="0" err="1"/>
              <a:t>models</a:t>
            </a:r>
            <a:r>
              <a:rPr lang="es-ES" sz="2000" dirty="0"/>
              <a:t> </a:t>
            </a:r>
            <a:r>
              <a:rPr lang="es-ES" sz="2000" dirty="0" err="1"/>
              <a:t>outperform</a:t>
            </a:r>
            <a:r>
              <a:rPr lang="es-ES" sz="2000" dirty="0"/>
              <a:t> </a:t>
            </a:r>
            <a:r>
              <a:rPr lang="es-ES" sz="2000" dirty="0" err="1"/>
              <a:t>Classical</a:t>
            </a:r>
            <a:r>
              <a:rPr lang="es-ES" sz="2000" dirty="0"/>
              <a:t> ones even after </a:t>
            </a:r>
            <a:r>
              <a:rPr lang="es-ES" sz="2000" dirty="0" err="1"/>
              <a:t>augmentation</a:t>
            </a:r>
            <a:r>
              <a:rPr lang="es-ES" sz="2000" dirty="0"/>
              <a:t>, </a:t>
            </a:r>
            <a:r>
              <a:rPr lang="es-ES" sz="2000" dirty="0" err="1"/>
              <a:t>highlighting</a:t>
            </a:r>
            <a:r>
              <a:rPr lang="es-ES" sz="2000" dirty="0"/>
              <a:t> </a:t>
            </a:r>
            <a:r>
              <a:rPr lang="es-ES" sz="2000" dirty="0" err="1"/>
              <a:t>their</a:t>
            </a:r>
            <a:r>
              <a:rPr lang="es-ES" sz="2000" dirty="0"/>
              <a:t> </a:t>
            </a:r>
            <a:r>
              <a:rPr lang="es-ES" sz="2000" dirty="0" err="1"/>
              <a:t>limitations</a:t>
            </a:r>
            <a:r>
              <a:rPr lang="es-ES" sz="2000" dirty="0"/>
              <a:t>.</a:t>
            </a:r>
          </a:p>
        </p:txBody>
      </p:sp>
    </p:spTree>
    <p:extLst>
      <p:ext uri="{BB962C8B-B14F-4D97-AF65-F5344CB8AC3E}">
        <p14:creationId xmlns:p14="http://schemas.microsoft.com/office/powerpoint/2010/main" val="1734992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65628-049E-9992-49EF-EEE27A6201B2}"/>
              </a:ext>
            </a:extLst>
          </p:cNvPr>
          <p:cNvSpPr>
            <a:spLocks noGrp="1"/>
          </p:cNvSpPr>
          <p:nvPr>
            <p:ph type="title"/>
          </p:nvPr>
        </p:nvSpPr>
        <p:spPr/>
        <p:txBody>
          <a:bodyPr/>
          <a:lstStyle/>
          <a:p>
            <a:r>
              <a:rPr lang="es-ES" dirty="0" err="1"/>
              <a:t>Evaluation</a:t>
            </a:r>
            <a:r>
              <a:rPr lang="es-ES" dirty="0"/>
              <a:t> – </a:t>
            </a:r>
            <a:r>
              <a:rPr lang="es-ES" dirty="0" err="1"/>
              <a:t>Validation</a:t>
            </a:r>
            <a:r>
              <a:rPr lang="es-ES" dirty="0"/>
              <a:t> 1:1</a:t>
            </a:r>
          </a:p>
        </p:txBody>
      </p:sp>
      <p:pic>
        <p:nvPicPr>
          <p:cNvPr id="5" name="Content Placeholder 4" descr="A person and person with a red box&#10;&#10;Description automatically generated">
            <a:extLst>
              <a:ext uri="{FF2B5EF4-FFF2-40B4-BE49-F238E27FC236}">
                <a16:creationId xmlns:a16="http://schemas.microsoft.com/office/drawing/2014/main" id="{6D77D4CA-C9F3-4073-7B47-ACDBC5B2E97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31588" y="1837009"/>
            <a:ext cx="5660412" cy="3183982"/>
          </a:xfrm>
        </p:spPr>
      </p:pic>
      <p:sp>
        <p:nvSpPr>
          <p:cNvPr id="6" name="TextBox 5">
            <a:extLst>
              <a:ext uri="{FF2B5EF4-FFF2-40B4-BE49-F238E27FC236}">
                <a16:creationId xmlns:a16="http://schemas.microsoft.com/office/drawing/2014/main" id="{E8770D66-49D2-5060-E7CB-8E1B7A969801}"/>
              </a:ext>
            </a:extLst>
          </p:cNvPr>
          <p:cNvSpPr txBox="1"/>
          <p:nvPr/>
        </p:nvSpPr>
        <p:spPr>
          <a:xfrm>
            <a:off x="612648" y="1459832"/>
            <a:ext cx="5918940" cy="4801314"/>
          </a:xfrm>
          <a:prstGeom prst="rect">
            <a:avLst/>
          </a:prstGeom>
          <a:noFill/>
        </p:spPr>
        <p:txBody>
          <a:bodyPr wrap="square" rtlCol="0">
            <a:spAutoFit/>
          </a:bodyPr>
          <a:lstStyle/>
          <a:p>
            <a:r>
              <a:rPr lang="en-US" dirty="0"/>
              <a:t>Measure whether two face images belong to the same person, regardless of their class label.</a:t>
            </a:r>
          </a:p>
          <a:p>
            <a:r>
              <a:rPr lang="en-US" dirty="0"/>
              <a:t>Used for open-set matching (compare user of the device with their identity on database)</a:t>
            </a:r>
          </a:p>
          <a:p>
            <a:endParaRPr lang="en-US" dirty="0"/>
          </a:p>
          <a:p>
            <a:pPr marL="285750" indent="-285750">
              <a:buFont typeface="Arial" panose="020B0604020202020204" pitchFamily="34" charset="0"/>
              <a:buChar char="•"/>
            </a:pPr>
            <a:r>
              <a:rPr lang="en-US" dirty="0"/>
              <a:t>Each image is passed through an </a:t>
            </a:r>
            <a:r>
              <a:rPr lang="en-US" b="1" dirty="0"/>
              <a:t>embedding model</a:t>
            </a:r>
            <a:r>
              <a:rPr lang="en-US" dirty="0"/>
              <a:t> -&gt; </a:t>
            </a:r>
            <a:r>
              <a:rPr lang="es-ES" dirty="0" err="1"/>
              <a:t>numerical</a:t>
            </a:r>
            <a:r>
              <a:rPr lang="es-ES" dirty="0"/>
              <a:t> descriptor.</a:t>
            </a:r>
          </a:p>
          <a:p>
            <a:pPr marL="285750" indent="-285750">
              <a:buFont typeface="Arial" panose="020B0604020202020204" pitchFamily="34" charset="0"/>
              <a:buChar char="•"/>
            </a:pPr>
            <a:r>
              <a:rPr lang="es-ES" dirty="0"/>
              <a:t>Compute </a:t>
            </a:r>
            <a:r>
              <a:rPr lang="es-ES" b="1" dirty="0" err="1"/>
              <a:t>pairwise</a:t>
            </a:r>
            <a:r>
              <a:rPr lang="es-ES" b="1" dirty="0"/>
              <a:t> </a:t>
            </a:r>
            <a:r>
              <a:rPr lang="es-ES" b="1" dirty="0" err="1"/>
              <a:t>distances</a:t>
            </a:r>
            <a:r>
              <a:rPr lang="es-ES" b="1" dirty="0"/>
              <a:t> (KNN)</a:t>
            </a:r>
          </a:p>
          <a:p>
            <a:pPr marL="285750" indent="-285750">
              <a:buFont typeface="Arial" panose="020B0604020202020204" pitchFamily="34" charset="0"/>
              <a:buChar char="•"/>
            </a:pPr>
            <a:r>
              <a:rPr lang="es-ES" dirty="0" err="1"/>
              <a:t>Label</a:t>
            </a:r>
            <a:r>
              <a:rPr lang="es-ES" dirty="0"/>
              <a:t> each </a:t>
            </a:r>
            <a:r>
              <a:rPr lang="es-ES" dirty="0" err="1"/>
              <a:t>pair</a:t>
            </a:r>
            <a:r>
              <a:rPr lang="es-ES" dirty="0"/>
              <a:t> as </a:t>
            </a:r>
            <a:r>
              <a:rPr lang="es-ES" i="1" dirty="0"/>
              <a:t>Match </a:t>
            </a:r>
            <a:r>
              <a:rPr lang="es-ES" dirty="0"/>
              <a:t>or </a:t>
            </a:r>
            <a:r>
              <a:rPr lang="es-ES" i="1" dirty="0"/>
              <a:t>non-Match</a:t>
            </a:r>
          </a:p>
          <a:p>
            <a:endParaRPr lang="es-ES" dirty="0"/>
          </a:p>
          <a:p>
            <a:r>
              <a:rPr lang="es-ES" dirty="0"/>
              <a:t>The </a:t>
            </a:r>
            <a:r>
              <a:rPr lang="es-ES" dirty="0" err="1"/>
              <a:t>results</a:t>
            </a:r>
            <a:r>
              <a:rPr lang="es-ES" dirty="0"/>
              <a:t> are </a:t>
            </a:r>
            <a:r>
              <a:rPr lang="es-ES" dirty="0" err="1"/>
              <a:t>compared</a:t>
            </a:r>
            <a:r>
              <a:rPr lang="es-ES" dirty="0"/>
              <a:t> to </a:t>
            </a:r>
            <a:r>
              <a:rPr lang="es-ES" dirty="0" err="1"/>
              <a:t>their</a:t>
            </a:r>
            <a:r>
              <a:rPr lang="es-ES" dirty="0"/>
              <a:t> </a:t>
            </a:r>
            <a:r>
              <a:rPr lang="es-ES" dirty="0" err="1"/>
              <a:t>correct</a:t>
            </a:r>
            <a:r>
              <a:rPr lang="es-ES" dirty="0"/>
              <a:t> </a:t>
            </a:r>
            <a:r>
              <a:rPr lang="es-ES" dirty="0" err="1"/>
              <a:t>labels</a:t>
            </a:r>
            <a:r>
              <a:rPr lang="es-ES" dirty="0"/>
              <a:t> and </a:t>
            </a:r>
            <a:r>
              <a:rPr lang="es-ES" dirty="0" err="1"/>
              <a:t>claculate</a:t>
            </a:r>
            <a:r>
              <a:rPr lang="es-ES" dirty="0"/>
              <a:t> the </a:t>
            </a:r>
            <a:r>
              <a:rPr lang="es-ES" dirty="0" err="1"/>
              <a:t>metrics</a:t>
            </a:r>
            <a:r>
              <a:rPr lang="es-ES" dirty="0"/>
              <a:t>:</a:t>
            </a:r>
          </a:p>
          <a:p>
            <a:endParaRPr lang="es-ES" dirty="0"/>
          </a:p>
          <a:p>
            <a:pPr marL="285750" indent="-285750">
              <a:buFont typeface="Arial" panose="020B0604020202020204" pitchFamily="34" charset="0"/>
              <a:buChar char="•"/>
            </a:pPr>
            <a:r>
              <a:rPr lang="en-US" b="1" dirty="0"/>
              <a:t>AUC</a:t>
            </a:r>
            <a:r>
              <a:rPr lang="en-US" dirty="0"/>
              <a:t> (Area Under Curve): overall ranking performance.</a:t>
            </a:r>
          </a:p>
          <a:p>
            <a:pPr marL="285750" indent="-285750">
              <a:buFont typeface="Arial" panose="020B0604020202020204" pitchFamily="34" charset="0"/>
              <a:buChar char="•"/>
            </a:pPr>
            <a:r>
              <a:rPr lang="en-US" b="1" dirty="0"/>
              <a:t>EER</a:t>
            </a:r>
            <a:r>
              <a:rPr lang="en-US" dirty="0"/>
              <a:t> (Equal Error Rate): the point where false acceptance = false rejection.</a:t>
            </a:r>
            <a:endParaRPr lang="es-ES" dirty="0"/>
          </a:p>
        </p:txBody>
      </p:sp>
    </p:spTree>
    <p:extLst>
      <p:ext uri="{BB962C8B-B14F-4D97-AF65-F5344CB8AC3E}">
        <p14:creationId xmlns:p14="http://schemas.microsoft.com/office/powerpoint/2010/main" val="253357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65628-049E-9992-49EF-EEE27A6201B2}"/>
              </a:ext>
            </a:extLst>
          </p:cNvPr>
          <p:cNvSpPr>
            <a:spLocks noGrp="1"/>
          </p:cNvSpPr>
          <p:nvPr>
            <p:ph type="title"/>
          </p:nvPr>
        </p:nvSpPr>
        <p:spPr/>
        <p:txBody>
          <a:bodyPr/>
          <a:lstStyle/>
          <a:p>
            <a:r>
              <a:rPr lang="es-ES" dirty="0" err="1"/>
              <a:t>Evaluation</a:t>
            </a:r>
            <a:r>
              <a:rPr lang="es-ES" dirty="0"/>
              <a:t> – </a:t>
            </a:r>
            <a:r>
              <a:rPr lang="es-ES" dirty="0" err="1"/>
              <a:t>Validation</a:t>
            </a:r>
            <a:r>
              <a:rPr lang="es-ES" dirty="0"/>
              <a:t> 1:1 – </a:t>
            </a:r>
            <a:r>
              <a:rPr lang="es-ES" dirty="0" err="1"/>
              <a:t>Comparison</a:t>
            </a:r>
            <a:endParaRPr lang="es-ES" dirty="0"/>
          </a:p>
        </p:txBody>
      </p:sp>
      <p:sp>
        <p:nvSpPr>
          <p:cNvPr id="6" name="TextBox 5">
            <a:extLst>
              <a:ext uri="{FF2B5EF4-FFF2-40B4-BE49-F238E27FC236}">
                <a16:creationId xmlns:a16="http://schemas.microsoft.com/office/drawing/2014/main" id="{E8770D66-49D2-5060-E7CB-8E1B7A969801}"/>
              </a:ext>
            </a:extLst>
          </p:cNvPr>
          <p:cNvSpPr txBox="1"/>
          <p:nvPr/>
        </p:nvSpPr>
        <p:spPr>
          <a:xfrm>
            <a:off x="323367" y="1487541"/>
            <a:ext cx="5643249" cy="4801314"/>
          </a:xfrm>
          <a:prstGeom prst="rect">
            <a:avLst/>
          </a:prstGeom>
          <a:noFill/>
        </p:spPr>
        <p:txBody>
          <a:bodyPr wrap="square" rtlCol="0">
            <a:spAutoFit/>
          </a:bodyPr>
          <a:lstStyle/>
          <a:p>
            <a:pPr marL="285750" indent="-285750">
              <a:buFont typeface="Arial" panose="020B0604020202020204" pitchFamily="34" charset="0"/>
              <a:buChar char="•"/>
            </a:pPr>
            <a:r>
              <a:rPr lang="en-US" b="1" dirty="0"/>
              <a:t>Custom VGG16 with augmentation </a:t>
            </a:r>
            <a:r>
              <a:rPr lang="en-US" dirty="0"/>
              <a:t>produces the most reliable embeddings for identity verification.</a:t>
            </a:r>
          </a:p>
          <a:p>
            <a:pPr marL="285750" indent="-285750">
              <a:buFont typeface="Arial" panose="020B0604020202020204" pitchFamily="34" charset="0"/>
              <a:buChar char="•"/>
            </a:pPr>
            <a:r>
              <a:rPr lang="en-US" b="1" dirty="0"/>
              <a:t>Data augmentation significantly boosts verification </a:t>
            </a:r>
            <a:r>
              <a:rPr lang="en-US" dirty="0"/>
              <a:t>accuracy when also used during training.</a:t>
            </a:r>
          </a:p>
          <a:p>
            <a:pPr marL="285750" indent="-285750">
              <a:buFont typeface="Arial" panose="020B0604020202020204" pitchFamily="34" charset="0"/>
              <a:buChar char="•"/>
            </a:pPr>
            <a:r>
              <a:rPr lang="en-US" b="1" dirty="0"/>
              <a:t>Fine-tuning improves embedding quality</a:t>
            </a:r>
            <a:r>
              <a:rPr lang="en-US" dirty="0"/>
              <a:t>, especially for CNN-based models like VGG16.</a:t>
            </a:r>
          </a:p>
          <a:p>
            <a:pPr marL="285750" indent="-285750">
              <a:buFont typeface="Arial" panose="020B0604020202020204" pitchFamily="34" charset="0"/>
              <a:buChar char="•"/>
            </a:pPr>
            <a:r>
              <a:rPr lang="en-US" b="1" dirty="0"/>
              <a:t>MobileNetV2 and </a:t>
            </a:r>
            <a:r>
              <a:rPr lang="en-US" b="1" dirty="0" err="1"/>
              <a:t>DeepFace</a:t>
            </a:r>
            <a:r>
              <a:rPr lang="en-US" b="1" dirty="0"/>
              <a:t> </a:t>
            </a:r>
            <a:r>
              <a:rPr lang="en-US" dirty="0"/>
              <a:t>models show limited generalization, underperforming across test sets.</a:t>
            </a:r>
          </a:p>
          <a:p>
            <a:pPr marL="285750" indent="-285750">
              <a:buFont typeface="Arial" panose="020B0604020202020204" pitchFamily="34" charset="0"/>
              <a:buChar char="•"/>
            </a:pPr>
            <a:r>
              <a:rPr lang="en-US" dirty="0"/>
              <a:t>Verification </a:t>
            </a:r>
            <a:r>
              <a:rPr lang="en-US" b="1" dirty="0"/>
              <a:t>accuracy depends heavily on consistency </a:t>
            </a:r>
            <a:r>
              <a:rPr lang="en-US" dirty="0"/>
              <a:t>between training and test distributions. (Real vs Verified face)</a:t>
            </a:r>
          </a:p>
          <a:p>
            <a:pPr marL="285750" indent="-285750">
              <a:buFont typeface="Arial" panose="020B0604020202020204" pitchFamily="34" charset="0"/>
              <a:buChar char="•"/>
            </a:pPr>
            <a:r>
              <a:rPr lang="en-US" b="1" dirty="0" err="1"/>
              <a:t>ArcFace</a:t>
            </a:r>
            <a:r>
              <a:rPr lang="en-US" b="1" dirty="0"/>
              <a:t> failed </a:t>
            </a:r>
            <a:r>
              <a:rPr lang="en-US" dirty="0"/>
              <a:t>to generate valid embeddings in this test due to dependency issues (excluded from conclusions).</a:t>
            </a:r>
            <a:endParaRPr lang="es-ES" dirty="0"/>
          </a:p>
        </p:txBody>
      </p:sp>
      <p:pic>
        <p:nvPicPr>
          <p:cNvPr id="8" name="Content Placeholder 7">
            <a:extLst>
              <a:ext uri="{FF2B5EF4-FFF2-40B4-BE49-F238E27FC236}">
                <a16:creationId xmlns:a16="http://schemas.microsoft.com/office/drawing/2014/main" id="{0DF7B00E-0E90-E5B0-063E-008F12031085}"/>
              </a:ext>
            </a:extLst>
          </p:cNvPr>
          <p:cNvPicPr>
            <a:picLocks noGrp="1" noChangeAspect="1"/>
          </p:cNvPicPr>
          <p:nvPr>
            <p:ph idx="1"/>
          </p:nvPr>
        </p:nvPicPr>
        <p:blipFill>
          <a:blip r:embed="rId3"/>
          <a:stretch>
            <a:fillRect/>
          </a:stretch>
        </p:blipFill>
        <p:spPr>
          <a:xfrm>
            <a:off x="5953025" y="1357102"/>
            <a:ext cx="6225384" cy="2626896"/>
          </a:xfrm>
        </p:spPr>
      </p:pic>
      <p:pic>
        <p:nvPicPr>
          <p:cNvPr id="10" name="Picture 9">
            <a:extLst>
              <a:ext uri="{FF2B5EF4-FFF2-40B4-BE49-F238E27FC236}">
                <a16:creationId xmlns:a16="http://schemas.microsoft.com/office/drawing/2014/main" id="{CA5BE67E-3C29-D1E6-24E3-86CD313A852A}"/>
              </a:ext>
            </a:extLst>
          </p:cNvPr>
          <p:cNvPicPr>
            <a:picLocks noChangeAspect="1"/>
          </p:cNvPicPr>
          <p:nvPr/>
        </p:nvPicPr>
        <p:blipFill>
          <a:blip r:embed="rId4"/>
          <a:stretch>
            <a:fillRect/>
          </a:stretch>
        </p:blipFill>
        <p:spPr>
          <a:xfrm>
            <a:off x="5966616" y="3983998"/>
            <a:ext cx="6225384" cy="2626896"/>
          </a:xfrm>
          <a:prstGeom prst="rect">
            <a:avLst/>
          </a:prstGeom>
        </p:spPr>
      </p:pic>
    </p:spTree>
    <p:extLst>
      <p:ext uri="{BB962C8B-B14F-4D97-AF65-F5344CB8AC3E}">
        <p14:creationId xmlns:p14="http://schemas.microsoft.com/office/powerpoint/2010/main" val="2152212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A8BB-F858-1988-CD37-331E8D834DE7}"/>
              </a:ext>
            </a:extLst>
          </p:cNvPr>
          <p:cNvSpPr>
            <a:spLocks noGrp="1"/>
          </p:cNvSpPr>
          <p:nvPr>
            <p:ph type="title"/>
          </p:nvPr>
        </p:nvSpPr>
        <p:spPr/>
        <p:txBody>
          <a:bodyPr/>
          <a:lstStyle/>
          <a:p>
            <a:r>
              <a:rPr lang="es-ES" dirty="0"/>
              <a:t>Does Data </a:t>
            </a:r>
            <a:r>
              <a:rPr lang="es-ES" dirty="0" err="1"/>
              <a:t>Augmentation</a:t>
            </a:r>
            <a:r>
              <a:rPr lang="es-ES" dirty="0"/>
              <a:t> </a:t>
            </a:r>
            <a:r>
              <a:rPr lang="es-ES" dirty="0" err="1"/>
              <a:t>matter</a:t>
            </a:r>
            <a:r>
              <a:rPr lang="es-ES" dirty="0"/>
              <a:t>?</a:t>
            </a:r>
          </a:p>
        </p:txBody>
      </p:sp>
      <p:pic>
        <p:nvPicPr>
          <p:cNvPr id="5" name="Content Placeholder 4">
            <a:extLst>
              <a:ext uri="{FF2B5EF4-FFF2-40B4-BE49-F238E27FC236}">
                <a16:creationId xmlns:a16="http://schemas.microsoft.com/office/drawing/2014/main" id="{9096E8CE-B347-8A78-E148-ADB40881A08B}"/>
              </a:ext>
            </a:extLst>
          </p:cNvPr>
          <p:cNvPicPr>
            <a:picLocks noGrp="1" noChangeAspect="1"/>
          </p:cNvPicPr>
          <p:nvPr>
            <p:ph idx="1"/>
          </p:nvPr>
        </p:nvPicPr>
        <p:blipFill>
          <a:blip r:embed="rId3"/>
          <a:stretch>
            <a:fillRect/>
          </a:stretch>
        </p:blipFill>
        <p:spPr>
          <a:xfrm>
            <a:off x="8248028" y="523782"/>
            <a:ext cx="3943971" cy="2314231"/>
          </a:xfrm>
        </p:spPr>
      </p:pic>
      <p:pic>
        <p:nvPicPr>
          <p:cNvPr id="7" name="Picture 6">
            <a:extLst>
              <a:ext uri="{FF2B5EF4-FFF2-40B4-BE49-F238E27FC236}">
                <a16:creationId xmlns:a16="http://schemas.microsoft.com/office/drawing/2014/main" id="{837202C7-07B7-520C-46AA-8E0D306CAFD1}"/>
              </a:ext>
            </a:extLst>
          </p:cNvPr>
          <p:cNvPicPr>
            <a:picLocks noChangeAspect="1"/>
          </p:cNvPicPr>
          <p:nvPr/>
        </p:nvPicPr>
        <p:blipFill>
          <a:blip r:embed="rId4"/>
          <a:stretch>
            <a:fillRect/>
          </a:stretch>
        </p:blipFill>
        <p:spPr>
          <a:xfrm>
            <a:off x="8248029" y="2862871"/>
            <a:ext cx="3943971" cy="1921248"/>
          </a:xfrm>
          <a:prstGeom prst="rect">
            <a:avLst/>
          </a:prstGeom>
        </p:spPr>
      </p:pic>
      <p:pic>
        <p:nvPicPr>
          <p:cNvPr id="9" name="Picture 8">
            <a:extLst>
              <a:ext uri="{FF2B5EF4-FFF2-40B4-BE49-F238E27FC236}">
                <a16:creationId xmlns:a16="http://schemas.microsoft.com/office/drawing/2014/main" id="{3DB7367C-3814-6ECF-E6EF-7380B51BFB4F}"/>
              </a:ext>
            </a:extLst>
          </p:cNvPr>
          <p:cNvPicPr>
            <a:picLocks noChangeAspect="1"/>
          </p:cNvPicPr>
          <p:nvPr/>
        </p:nvPicPr>
        <p:blipFill>
          <a:blip r:embed="rId5"/>
          <a:stretch>
            <a:fillRect/>
          </a:stretch>
        </p:blipFill>
        <p:spPr>
          <a:xfrm>
            <a:off x="8248028" y="4808977"/>
            <a:ext cx="3943972" cy="1921249"/>
          </a:xfrm>
          <a:prstGeom prst="rect">
            <a:avLst/>
          </a:prstGeom>
        </p:spPr>
      </p:pic>
      <p:sp>
        <p:nvSpPr>
          <p:cNvPr id="10" name="TextBox 9">
            <a:extLst>
              <a:ext uri="{FF2B5EF4-FFF2-40B4-BE49-F238E27FC236}">
                <a16:creationId xmlns:a16="http://schemas.microsoft.com/office/drawing/2014/main" id="{02C72DA1-4B66-7286-946B-E342E23E69FB}"/>
              </a:ext>
            </a:extLst>
          </p:cNvPr>
          <p:cNvSpPr txBox="1"/>
          <p:nvPr/>
        </p:nvSpPr>
        <p:spPr>
          <a:xfrm>
            <a:off x="7786363" y="948460"/>
            <a:ext cx="461665" cy="1653693"/>
          </a:xfrm>
          <a:prstGeom prst="rect">
            <a:avLst/>
          </a:prstGeom>
          <a:noFill/>
        </p:spPr>
        <p:txBody>
          <a:bodyPr vert="vert270" wrap="square" rtlCol="0">
            <a:spAutoFit/>
          </a:bodyPr>
          <a:lstStyle/>
          <a:p>
            <a:r>
              <a:rPr lang="es-ES" dirty="0" err="1"/>
              <a:t>Classification</a:t>
            </a:r>
            <a:endParaRPr lang="es-ES" dirty="0"/>
          </a:p>
        </p:txBody>
      </p:sp>
      <p:sp>
        <p:nvSpPr>
          <p:cNvPr id="11" name="TextBox 10">
            <a:extLst>
              <a:ext uri="{FF2B5EF4-FFF2-40B4-BE49-F238E27FC236}">
                <a16:creationId xmlns:a16="http://schemas.microsoft.com/office/drawing/2014/main" id="{1850E6B7-5F2F-C295-5BCE-0CD7B5AAF26C}"/>
              </a:ext>
            </a:extLst>
          </p:cNvPr>
          <p:cNvSpPr txBox="1"/>
          <p:nvPr/>
        </p:nvSpPr>
        <p:spPr>
          <a:xfrm>
            <a:off x="7509364" y="2919424"/>
            <a:ext cx="738664" cy="1653693"/>
          </a:xfrm>
          <a:prstGeom prst="rect">
            <a:avLst/>
          </a:prstGeom>
          <a:noFill/>
        </p:spPr>
        <p:txBody>
          <a:bodyPr vert="vert270" wrap="square" rtlCol="0">
            <a:spAutoFit/>
          </a:bodyPr>
          <a:lstStyle/>
          <a:p>
            <a:pPr algn="ctr"/>
            <a:r>
              <a:rPr lang="es-ES" dirty="0" err="1"/>
              <a:t>Validation</a:t>
            </a:r>
            <a:r>
              <a:rPr lang="es-ES" dirty="0"/>
              <a:t> Original Data</a:t>
            </a:r>
          </a:p>
        </p:txBody>
      </p:sp>
      <p:sp>
        <p:nvSpPr>
          <p:cNvPr id="12" name="TextBox 11">
            <a:extLst>
              <a:ext uri="{FF2B5EF4-FFF2-40B4-BE49-F238E27FC236}">
                <a16:creationId xmlns:a16="http://schemas.microsoft.com/office/drawing/2014/main" id="{83EB8173-1EC9-C37F-2393-AAFCFEF4BAB4}"/>
              </a:ext>
            </a:extLst>
          </p:cNvPr>
          <p:cNvSpPr txBox="1"/>
          <p:nvPr/>
        </p:nvSpPr>
        <p:spPr>
          <a:xfrm>
            <a:off x="7509364" y="4782283"/>
            <a:ext cx="738664" cy="1653693"/>
          </a:xfrm>
          <a:prstGeom prst="rect">
            <a:avLst/>
          </a:prstGeom>
          <a:noFill/>
        </p:spPr>
        <p:txBody>
          <a:bodyPr vert="vert270" wrap="square" rtlCol="0">
            <a:spAutoFit/>
          </a:bodyPr>
          <a:lstStyle/>
          <a:p>
            <a:pPr algn="ctr"/>
            <a:r>
              <a:rPr lang="es-ES" dirty="0" err="1"/>
              <a:t>Validation</a:t>
            </a:r>
            <a:r>
              <a:rPr lang="es-ES" dirty="0"/>
              <a:t> </a:t>
            </a:r>
            <a:r>
              <a:rPr lang="es-ES" dirty="0" err="1"/>
              <a:t>Augmented</a:t>
            </a:r>
            <a:endParaRPr lang="es-ES" dirty="0"/>
          </a:p>
        </p:txBody>
      </p:sp>
      <p:sp>
        <p:nvSpPr>
          <p:cNvPr id="15" name="TextBox 14">
            <a:extLst>
              <a:ext uri="{FF2B5EF4-FFF2-40B4-BE49-F238E27FC236}">
                <a16:creationId xmlns:a16="http://schemas.microsoft.com/office/drawing/2014/main" id="{BB6B339E-4AB4-5EDA-95D6-EACBB8DF960C}"/>
              </a:ext>
            </a:extLst>
          </p:cNvPr>
          <p:cNvSpPr txBox="1"/>
          <p:nvPr/>
        </p:nvSpPr>
        <p:spPr>
          <a:xfrm>
            <a:off x="593631" y="1207113"/>
            <a:ext cx="6728623" cy="5078313"/>
          </a:xfrm>
          <a:prstGeom prst="rect">
            <a:avLst/>
          </a:prstGeom>
          <a:noFill/>
        </p:spPr>
        <p:txBody>
          <a:bodyPr wrap="square" rtlCol="0">
            <a:spAutoFit/>
          </a:bodyPr>
          <a:lstStyle/>
          <a:p>
            <a:r>
              <a:rPr lang="en-US" b="1" dirty="0"/>
              <a:t>Augmentation increases F1-score </a:t>
            </a:r>
            <a:r>
              <a:rPr lang="en-US" dirty="0"/>
              <a:t>in classification by almost </a:t>
            </a:r>
            <a:r>
              <a:rPr lang="en-US" b="1" dirty="0"/>
              <a:t>19%</a:t>
            </a:r>
            <a:r>
              <a:rPr lang="en-US" dirty="0"/>
              <a:t>.</a:t>
            </a:r>
          </a:p>
          <a:p>
            <a:r>
              <a:rPr lang="en-US" dirty="0"/>
              <a:t>In </a:t>
            </a:r>
            <a:r>
              <a:rPr lang="en-US" b="1" dirty="0"/>
              <a:t>validation</a:t>
            </a:r>
            <a:r>
              <a:rPr lang="en-US" dirty="0"/>
              <a:t>, depends </a:t>
            </a:r>
            <a:r>
              <a:rPr lang="en-US" dirty="0" err="1"/>
              <a:t>wether</a:t>
            </a:r>
            <a:r>
              <a:rPr lang="en-US" dirty="0"/>
              <a:t> the models were </a:t>
            </a:r>
            <a:r>
              <a:rPr lang="en-US" b="1" dirty="0"/>
              <a:t>trained</a:t>
            </a:r>
            <a:r>
              <a:rPr lang="en-US" dirty="0"/>
              <a:t> with </a:t>
            </a:r>
            <a:r>
              <a:rPr lang="en-US" b="1" dirty="0"/>
              <a:t>original data </a:t>
            </a:r>
            <a:r>
              <a:rPr lang="en-US" dirty="0"/>
              <a:t>(</a:t>
            </a:r>
            <a:r>
              <a:rPr lang="en-US" i="1" dirty="0"/>
              <a:t>worse results</a:t>
            </a:r>
            <a:r>
              <a:rPr lang="en-US" dirty="0"/>
              <a:t>) or also with </a:t>
            </a:r>
            <a:r>
              <a:rPr lang="en-US" b="1" dirty="0"/>
              <a:t>augmented data </a:t>
            </a:r>
            <a:r>
              <a:rPr lang="en-US" dirty="0"/>
              <a:t>(</a:t>
            </a:r>
            <a:r>
              <a:rPr lang="en-US" i="1" dirty="0"/>
              <a:t>noticeable improvement</a:t>
            </a:r>
            <a:r>
              <a:rPr lang="en-US" dirty="0"/>
              <a:t>)</a:t>
            </a:r>
          </a:p>
          <a:p>
            <a:endParaRPr lang="en-US" dirty="0"/>
          </a:p>
          <a:p>
            <a:pPr marL="285750" indent="-285750">
              <a:buFont typeface="Arial" panose="020B0604020202020204" pitchFamily="34" charset="0"/>
              <a:buChar char="•"/>
            </a:pPr>
            <a:r>
              <a:rPr lang="en-US" b="1" dirty="0"/>
              <a:t>Augmentation is critical for improving classification accuracy across all architectures.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For validation</a:t>
            </a:r>
            <a:r>
              <a:rPr lang="en-US" dirty="0"/>
              <a:t>, augmentation must be mirrored in both </a:t>
            </a:r>
            <a:r>
              <a:rPr lang="en-US" b="1" dirty="0"/>
              <a:t>training and evaluation </a:t>
            </a:r>
            <a:r>
              <a:rPr lang="en-US" dirty="0"/>
              <a:t>to be effective.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Best results </a:t>
            </a:r>
            <a:r>
              <a:rPr lang="en-US" dirty="0"/>
              <a:t>come from combining </a:t>
            </a:r>
            <a:r>
              <a:rPr lang="en-US" b="1" dirty="0"/>
              <a:t>augmentation and fine-tuning</a:t>
            </a:r>
            <a:r>
              <a:rPr lang="en-US" dirty="0"/>
              <a:t>, as seen in VGG16 Custom Augmented.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Embedding-based pipelines are highly sensitive to image distribution — augmentation must be controlled and consistent.</a:t>
            </a:r>
            <a:endParaRPr lang="es-ES" dirty="0"/>
          </a:p>
        </p:txBody>
      </p:sp>
      <p:sp>
        <p:nvSpPr>
          <p:cNvPr id="17" name="TextBox 16">
            <a:extLst>
              <a:ext uri="{FF2B5EF4-FFF2-40B4-BE49-F238E27FC236}">
                <a16:creationId xmlns:a16="http://schemas.microsoft.com/office/drawing/2014/main" id="{E049EDF7-9229-030B-A16F-A74ABDE41563}"/>
              </a:ext>
            </a:extLst>
          </p:cNvPr>
          <p:cNvSpPr txBox="1"/>
          <p:nvPr/>
        </p:nvSpPr>
        <p:spPr>
          <a:xfrm>
            <a:off x="8248029" y="6334218"/>
            <a:ext cx="1867522" cy="523220"/>
          </a:xfrm>
          <a:prstGeom prst="rect">
            <a:avLst/>
          </a:prstGeom>
          <a:noFill/>
        </p:spPr>
        <p:txBody>
          <a:bodyPr wrap="square" rtlCol="0">
            <a:spAutoFit/>
          </a:bodyPr>
          <a:lstStyle/>
          <a:p>
            <a:pPr algn="ctr"/>
            <a:r>
              <a:rPr lang="es-ES" sz="1400" b="1" dirty="0">
                <a:solidFill>
                  <a:srgbClr val="0070C0"/>
                </a:solidFill>
              </a:rPr>
              <a:t>EER (</a:t>
            </a:r>
            <a:r>
              <a:rPr lang="es-ES" sz="1400" b="1" dirty="0" err="1">
                <a:solidFill>
                  <a:srgbClr val="0070C0"/>
                </a:solidFill>
              </a:rPr>
              <a:t>Lower</a:t>
            </a:r>
            <a:r>
              <a:rPr lang="es-ES" sz="1400" b="1" dirty="0">
                <a:solidFill>
                  <a:srgbClr val="0070C0"/>
                </a:solidFill>
              </a:rPr>
              <a:t> is Better)</a:t>
            </a:r>
          </a:p>
        </p:txBody>
      </p:sp>
      <p:sp>
        <p:nvSpPr>
          <p:cNvPr id="18" name="TextBox 17">
            <a:extLst>
              <a:ext uri="{FF2B5EF4-FFF2-40B4-BE49-F238E27FC236}">
                <a16:creationId xmlns:a16="http://schemas.microsoft.com/office/drawing/2014/main" id="{50CFB9DB-E750-8F94-D6FC-4BB043335BEB}"/>
              </a:ext>
            </a:extLst>
          </p:cNvPr>
          <p:cNvSpPr txBox="1"/>
          <p:nvPr/>
        </p:nvSpPr>
        <p:spPr>
          <a:xfrm>
            <a:off x="10332465" y="6334780"/>
            <a:ext cx="1867522" cy="523220"/>
          </a:xfrm>
          <a:prstGeom prst="rect">
            <a:avLst/>
          </a:prstGeom>
          <a:noFill/>
        </p:spPr>
        <p:txBody>
          <a:bodyPr wrap="square" rtlCol="0">
            <a:spAutoFit/>
          </a:bodyPr>
          <a:lstStyle/>
          <a:p>
            <a:pPr algn="ctr"/>
            <a:r>
              <a:rPr lang="es-ES" sz="1400" b="1" dirty="0">
                <a:solidFill>
                  <a:schemeClr val="accent6">
                    <a:lumMod val="75000"/>
                  </a:schemeClr>
                </a:solidFill>
              </a:rPr>
              <a:t>AUC (</a:t>
            </a:r>
            <a:r>
              <a:rPr lang="es-ES" sz="1400" b="1" dirty="0" err="1">
                <a:solidFill>
                  <a:schemeClr val="accent6">
                    <a:lumMod val="75000"/>
                  </a:schemeClr>
                </a:solidFill>
              </a:rPr>
              <a:t>Higher</a:t>
            </a:r>
            <a:r>
              <a:rPr lang="es-ES" sz="1400" b="1" dirty="0">
                <a:solidFill>
                  <a:schemeClr val="accent6">
                    <a:lumMod val="75000"/>
                  </a:schemeClr>
                </a:solidFill>
              </a:rPr>
              <a:t> is Better)</a:t>
            </a:r>
          </a:p>
        </p:txBody>
      </p:sp>
    </p:spTree>
    <p:extLst>
      <p:ext uri="{BB962C8B-B14F-4D97-AF65-F5344CB8AC3E}">
        <p14:creationId xmlns:p14="http://schemas.microsoft.com/office/powerpoint/2010/main" val="2605861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EC1642-0856-56FB-A658-7318B400EB43}"/>
              </a:ext>
            </a:extLst>
          </p:cNvPr>
          <p:cNvSpPr>
            <a:spLocks noGrp="1"/>
          </p:cNvSpPr>
          <p:nvPr>
            <p:ph type="title"/>
          </p:nvPr>
        </p:nvSpPr>
        <p:spPr>
          <a:xfrm>
            <a:off x="612648" y="600074"/>
            <a:ext cx="6035040" cy="651210"/>
          </a:xfrm>
        </p:spPr>
        <p:txBody>
          <a:bodyPr anchor="b">
            <a:normAutofit/>
          </a:bodyPr>
          <a:lstStyle/>
          <a:p>
            <a:r>
              <a:rPr lang="es-ES" dirty="0" err="1"/>
              <a:t>Conclusions</a:t>
            </a:r>
            <a:endParaRPr lang="es-ES" dirty="0"/>
          </a:p>
        </p:txBody>
      </p:sp>
      <p:sp>
        <p:nvSpPr>
          <p:cNvPr id="3" name="Content Placeholder 2">
            <a:extLst>
              <a:ext uri="{FF2B5EF4-FFF2-40B4-BE49-F238E27FC236}">
                <a16:creationId xmlns:a16="http://schemas.microsoft.com/office/drawing/2014/main" id="{08DC2150-CC29-4060-0A45-C056046205A2}"/>
              </a:ext>
            </a:extLst>
          </p:cNvPr>
          <p:cNvSpPr>
            <a:spLocks noGrp="1"/>
          </p:cNvSpPr>
          <p:nvPr>
            <p:ph idx="1"/>
          </p:nvPr>
        </p:nvSpPr>
        <p:spPr>
          <a:xfrm>
            <a:off x="612647" y="1411705"/>
            <a:ext cx="6035041" cy="5213684"/>
          </a:xfrm>
        </p:spPr>
        <p:txBody>
          <a:bodyPr>
            <a:normAutofit fontScale="92500" lnSpcReduction="10000"/>
          </a:bodyPr>
          <a:lstStyle/>
          <a:p>
            <a:pPr>
              <a:lnSpc>
                <a:spcPct val="110000"/>
              </a:lnSpc>
              <a:buFont typeface="Arial" panose="020B0604020202020204" pitchFamily="34" charset="0"/>
              <a:buChar char="•"/>
            </a:pPr>
            <a:r>
              <a:rPr lang="en-US" b="1" dirty="0"/>
              <a:t>Custom fine-tuned CNNs, especially VGG16 and MobileNetV2, deliver the strongest performance</a:t>
            </a:r>
            <a:r>
              <a:rPr lang="en-US" dirty="0"/>
              <a:t> across both classification and verification tasks when trained on augmented data.</a:t>
            </a:r>
          </a:p>
          <a:p>
            <a:pPr>
              <a:lnSpc>
                <a:spcPct val="110000"/>
              </a:lnSpc>
              <a:buFont typeface="Arial" panose="020B0604020202020204" pitchFamily="34" charset="0"/>
              <a:buChar char="•"/>
            </a:pPr>
            <a:r>
              <a:rPr lang="en-US" b="1" dirty="0"/>
              <a:t>Embedding-based pipelines (</a:t>
            </a:r>
            <a:r>
              <a:rPr lang="en-US" b="1" dirty="0" err="1"/>
              <a:t>ArcFace</a:t>
            </a:r>
            <a:r>
              <a:rPr lang="en-US" b="1" dirty="0"/>
              <a:t>, </a:t>
            </a:r>
            <a:r>
              <a:rPr lang="en-US" b="1" dirty="0" err="1"/>
              <a:t>FaceNet</a:t>
            </a:r>
            <a:r>
              <a:rPr lang="en-US" b="1" dirty="0"/>
              <a:t> + KNN) are also highly effective</a:t>
            </a:r>
            <a:r>
              <a:rPr lang="en-US" dirty="0"/>
              <a:t>, particularly in classification — but rely on clean, consistent input data and may struggle with verification if embeddings are misaligned.</a:t>
            </a:r>
          </a:p>
          <a:p>
            <a:pPr>
              <a:lnSpc>
                <a:spcPct val="110000"/>
              </a:lnSpc>
              <a:buFont typeface="Arial" panose="020B0604020202020204" pitchFamily="34" charset="0"/>
              <a:buChar char="•"/>
            </a:pPr>
            <a:r>
              <a:rPr lang="en-US" b="1" dirty="0"/>
              <a:t>Traditional methods (PCA, LBP)</a:t>
            </a:r>
            <a:r>
              <a:rPr lang="en-US" dirty="0"/>
              <a:t> perform significantly worse, even with augmentation, and are not suitable for high-accuracy recognition.</a:t>
            </a:r>
          </a:p>
          <a:p>
            <a:pPr>
              <a:lnSpc>
                <a:spcPct val="110000"/>
              </a:lnSpc>
              <a:buFont typeface="Arial" panose="020B0604020202020204" pitchFamily="34" charset="0"/>
              <a:buChar char="•"/>
            </a:pPr>
            <a:r>
              <a:rPr lang="en-US" b="1" dirty="0"/>
              <a:t>Augmentation </a:t>
            </a:r>
            <a:r>
              <a:rPr lang="en-US" dirty="0"/>
              <a:t>generally improves significantly a CNN model capabilities.</a:t>
            </a:r>
            <a:endParaRPr lang="en-US" b="1" dirty="0"/>
          </a:p>
          <a:p>
            <a:pPr>
              <a:lnSpc>
                <a:spcPct val="110000"/>
              </a:lnSpc>
            </a:pPr>
            <a:endParaRPr lang="es-ES" sz="1800" dirty="0"/>
          </a:p>
        </p:txBody>
      </p:sp>
      <p:pic>
        <p:nvPicPr>
          <p:cNvPr id="5" name="Picture 4" descr="A robot with human face">
            <a:extLst>
              <a:ext uri="{FF2B5EF4-FFF2-40B4-BE49-F238E27FC236}">
                <a16:creationId xmlns:a16="http://schemas.microsoft.com/office/drawing/2014/main" id="{64B5D145-256D-EB4B-50AA-B364EEC57B1F}"/>
              </a:ext>
            </a:extLst>
          </p:cNvPr>
          <p:cNvPicPr>
            <a:picLocks noChangeAspect="1"/>
          </p:cNvPicPr>
          <p:nvPr/>
        </p:nvPicPr>
        <p:blipFill>
          <a:blip r:embed="rId3"/>
          <a:srcRect l="23361" r="29468"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551498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EB7DDF-20EA-DB5D-7462-FA8CACA19853}"/>
              </a:ext>
            </a:extLst>
          </p:cNvPr>
          <p:cNvSpPr>
            <a:spLocks noGrp="1"/>
          </p:cNvSpPr>
          <p:nvPr>
            <p:ph type="title"/>
          </p:nvPr>
        </p:nvSpPr>
        <p:spPr>
          <a:xfrm>
            <a:off x="612648" y="600074"/>
            <a:ext cx="6035040" cy="667252"/>
          </a:xfrm>
        </p:spPr>
        <p:txBody>
          <a:bodyPr anchor="b">
            <a:normAutofit/>
          </a:bodyPr>
          <a:lstStyle/>
          <a:p>
            <a:r>
              <a:rPr lang="es-ES" dirty="0" err="1"/>
              <a:t>Conclusion</a:t>
            </a:r>
            <a:r>
              <a:rPr lang="es-ES" dirty="0"/>
              <a:t> 2</a:t>
            </a:r>
          </a:p>
        </p:txBody>
      </p:sp>
      <p:sp>
        <p:nvSpPr>
          <p:cNvPr id="3" name="Content Placeholder 2">
            <a:extLst>
              <a:ext uri="{FF2B5EF4-FFF2-40B4-BE49-F238E27FC236}">
                <a16:creationId xmlns:a16="http://schemas.microsoft.com/office/drawing/2014/main" id="{D3A9411C-6CFE-1F25-BCCC-DB1A9C091B9B}"/>
              </a:ext>
            </a:extLst>
          </p:cNvPr>
          <p:cNvSpPr>
            <a:spLocks noGrp="1"/>
          </p:cNvSpPr>
          <p:nvPr>
            <p:ph idx="1"/>
          </p:nvPr>
        </p:nvSpPr>
        <p:spPr>
          <a:xfrm>
            <a:off x="612647" y="1267326"/>
            <a:ext cx="6035041" cy="5042034"/>
          </a:xfrm>
        </p:spPr>
        <p:txBody>
          <a:bodyPr>
            <a:normAutofit/>
          </a:bodyPr>
          <a:lstStyle/>
          <a:p>
            <a:r>
              <a:rPr lang="en-US" sz="1800" dirty="0"/>
              <a:t>All </a:t>
            </a:r>
            <a:r>
              <a:rPr lang="en-US" sz="1800" b="1" dirty="0"/>
              <a:t>top-performing models </a:t>
            </a:r>
            <a:r>
              <a:rPr lang="en-US" sz="1800" dirty="0"/>
              <a:t>used in this project are </a:t>
            </a:r>
            <a:r>
              <a:rPr lang="en-US" sz="1800" b="1" dirty="0"/>
              <a:t>publicly available and open source</a:t>
            </a:r>
            <a:r>
              <a:rPr lang="en-US" sz="1800" dirty="0"/>
              <a:t>, making them accessible to developers and researchers without proprietary restrictions.</a:t>
            </a:r>
          </a:p>
          <a:p>
            <a:r>
              <a:rPr lang="en-US" sz="1800" dirty="0"/>
              <a:t>With proper input alignment, light preprocessing, and dataset-specific fine-tuning, </a:t>
            </a:r>
            <a:r>
              <a:rPr lang="en-US" sz="1800" b="1" dirty="0"/>
              <a:t>these models can rival commercial solutions</a:t>
            </a:r>
            <a:r>
              <a:rPr lang="en-US" sz="1800" dirty="0"/>
              <a:t> for many use cases — such as attendance tracking, personal security, or identity validation.</a:t>
            </a:r>
          </a:p>
          <a:p>
            <a:r>
              <a:rPr lang="en-US" sz="1800" dirty="0"/>
              <a:t>Final performance and deployment depend not just on model choice but also on pipeline design, preprocessing consistency, domain adaptation and specific target device.</a:t>
            </a:r>
          </a:p>
        </p:txBody>
      </p:sp>
      <p:pic>
        <p:nvPicPr>
          <p:cNvPr id="5" name="Picture 4" descr="Mobile device with apps">
            <a:extLst>
              <a:ext uri="{FF2B5EF4-FFF2-40B4-BE49-F238E27FC236}">
                <a16:creationId xmlns:a16="http://schemas.microsoft.com/office/drawing/2014/main" id="{CD32A0B8-F16D-A91B-F964-A921BDDBB1EE}"/>
              </a:ext>
            </a:extLst>
          </p:cNvPr>
          <p:cNvPicPr>
            <a:picLocks noChangeAspect="1"/>
          </p:cNvPicPr>
          <p:nvPr/>
        </p:nvPicPr>
        <p:blipFill>
          <a:blip r:embed="rId3"/>
          <a:srcRect l="49910" r="10340"/>
          <a:stretch>
            <a:fillRect/>
          </a:stretch>
        </p:blipFill>
        <p:spPr>
          <a:xfrm>
            <a:off x="7345680" y="10"/>
            <a:ext cx="4846320" cy="6857990"/>
          </a:xfrm>
          <a:prstGeom prst="rect">
            <a:avLst/>
          </a:prstGeom>
        </p:spPr>
      </p:pic>
    </p:spTree>
    <p:extLst>
      <p:ext uri="{BB962C8B-B14F-4D97-AF65-F5344CB8AC3E}">
        <p14:creationId xmlns:p14="http://schemas.microsoft.com/office/powerpoint/2010/main" val="2810167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073272-CC03-9E33-391C-70916CBF650B}"/>
              </a:ext>
            </a:extLst>
          </p:cNvPr>
          <p:cNvSpPr>
            <a:spLocks noGrp="1"/>
          </p:cNvSpPr>
          <p:nvPr>
            <p:ph type="title"/>
          </p:nvPr>
        </p:nvSpPr>
        <p:spPr>
          <a:xfrm>
            <a:off x="612648" y="600074"/>
            <a:ext cx="6035040" cy="1132473"/>
          </a:xfrm>
        </p:spPr>
        <p:txBody>
          <a:bodyPr anchor="b">
            <a:normAutofit/>
          </a:bodyPr>
          <a:lstStyle/>
          <a:p>
            <a:r>
              <a:rPr lang="es-ES" dirty="0"/>
              <a:t>Target to </a:t>
            </a:r>
            <a:r>
              <a:rPr lang="es-ES" dirty="0" err="1"/>
              <a:t>Devices</a:t>
            </a:r>
            <a:r>
              <a:rPr lang="es-ES" dirty="0"/>
              <a:t> (</a:t>
            </a:r>
            <a:r>
              <a:rPr lang="es-ES" dirty="0" err="1"/>
              <a:t>phone</a:t>
            </a:r>
            <a:r>
              <a:rPr lang="es-ES" dirty="0"/>
              <a:t> and laptop </a:t>
            </a:r>
            <a:r>
              <a:rPr lang="es-ES" dirty="0" err="1"/>
              <a:t>image</a:t>
            </a:r>
            <a:r>
              <a:rPr lang="es-ES" dirty="0"/>
              <a:t>)</a:t>
            </a:r>
          </a:p>
        </p:txBody>
      </p:sp>
      <p:sp>
        <p:nvSpPr>
          <p:cNvPr id="3" name="Content Placeholder 2">
            <a:extLst>
              <a:ext uri="{FF2B5EF4-FFF2-40B4-BE49-F238E27FC236}">
                <a16:creationId xmlns:a16="http://schemas.microsoft.com/office/drawing/2014/main" id="{73762168-7D3F-1013-0D40-C81B7C1DF73D}"/>
              </a:ext>
            </a:extLst>
          </p:cNvPr>
          <p:cNvSpPr>
            <a:spLocks noGrp="1"/>
          </p:cNvSpPr>
          <p:nvPr>
            <p:ph idx="1"/>
          </p:nvPr>
        </p:nvSpPr>
        <p:spPr>
          <a:xfrm>
            <a:off x="612648" y="2048897"/>
            <a:ext cx="6035041" cy="4492752"/>
          </a:xfrm>
        </p:spPr>
        <p:txBody>
          <a:bodyPr>
            <a:normAutofit fontScale="92500" lnSpcReduction="10000"/>
          </a:bodyPr>
          <a:lstStyle/>
          <a:p>
            <a:pPr marL="0" indent="0">
              <a:buNone/>
            </a:pPr>
            <a:r>
              <a:rPr lang="es-ES" sz="1800" dirty="0"/>
              <a:t>With the </a:t>
            </a:r>
            <a:r>
              <a:rPr lang="es-ES" sz="1800" dirty="0" err="1"/>
              <a:t>best</a:t>
            </a:r>
            <a:r>
              <a:rPr lang="es-ES" sz="1800" dirty="0"/>
              <a:t> </a:t>
            </a:r>
            <a:r>
              <a:rPr lang="es-ES" sz="1800" dirty="0" err="1"/>
              <a:t>performing</a:t>
            </a:r>
            <a:r>
              <a:rPr lang="es-ES" sz="1800" dirty="0"/>
              <a:t> </a:t>
            </a:r>
            <a:r>
              <a:rPr lang="es-ES" sz="1800" dirty="0" err="1"/>
              <a:t>models</a:t>
            </a:r>
            <a:r>
              <a:rPr lang="es-ES" sz="1800" dirty="0"/>
              <a:t>, now </a:t>
            </a:r>
            <a:r>
              <a:rPr lang="es-ES" sz="1800" dirty="0" err="1"/>
              <a:t>it</a:t>
            </a:r>
            <a:r>
              <a:rPr lang="es-ES" sz="1800" dirty="0"/>
              <a:t> is time to take </a:t>
            </a:r>
            <a:r>
              <a:rPr lang="es-ES" sz="1800" dirty="0" err="1"/>
              <a:t>into</a:t>
            </a:r>
            <a:r>
              <a:rPr lang="es-ES" sz="1800" dirty="0"/>
              <a:t> </a:t>
            </a:r>
            <a:r>
              <a:rPr lang="es-ES" sz="1800" dirty="0" err="1"/>
              <a:t>account</a:t>
            </a:r>
            <a:r>
              <a:rPr lang="es-ES" sz="1800" dirty="0"/>
              <a:t> other </a:t>
            </a:r>
            <a:r>
              <a:rPr lang="es-ES" sz="1800" dirty="0" err="1"/>
              <a:t>factors</a:t>
            </a:r>
            <a:r>
              <a:rPr lang="es-ES" sz="1800" dirty="0"/>
              <a:t>:</a:t>
            </a:r>
          </a:p>
          <a:p>
            <a:r>
              <a:rPr lang="es-ES" sz="1800" dirty="0"/>
              <a:t>The </a:t>
            </a:r>
            <a:r>
              <a:rPr lang="es-ES" sz="1800" dirty="0" err="1"/>
              <a:t>easiest</a:t>
            </a:r>
            <a:r>
              <a:rPr lang="es-ES" sz="1800" dirty="0"/>
              <a:t> way to </a:t>
            </a:r>
            <a:r>
              <a:rPr lang="es-ES" sz="1800" dirty="0" err="1"/>
              <a:t>implement</a:t>
            </a:r>
            <a:r>
              <a:rPr lang="es-ES" sz="1800" dirty="0"/>
              <a:t> is </a:t>
            </a:r>
            <a:r>
              <a:rPr lang="es-ES" sz="1800" dirty="0" err="1"/>
              <a:t>DeepFace</a:t>
            </a:r>
            <a:r>
              <a:rPr lang="es-ES" sz="1800" dirty="0"/>
              <a:t> </a:t>
            </a:r>
            <a:r>
              <a:rPr lang="es-ES" sz="1800" dirty="0" err="1"/>
              <a:t>library</a:t>
            </a:r>
            <a:r>
              <a:rPr lang="es-ES" sz="1800" dirty="0"/>
              <a:t> with </a:t>
            </a:r>
            <a:r>
              <a:rPr lang="es-ES" sz="1800" dirty="0" err="1"/>
              <a:t>FaceNet</a:t>
            </a:r>
            <a:r>
              <a:rPr lang="es-ES" sz="1800" dirty="0"/>
              <a:t>.</a:t>
            </a:r>
          </a:p>
          <a:p>
            <a:r>
              <a:rPr lang="es-ES" sz="1800" dirty="0" err="1"/>
              <a:t>Fastest</a:t>
            </a:r>
            <a:r>
              <a:rPr lang="es-ES" sz="1800" dirty="0"/>
              <a:t> training was </a:t>
            </a:r>
            <a:r>
              <a:rPr lang="es-ES" sz="1800" dirty="0" err="1"/>
              <a:t>from</a:t>
            </a:r>
            <a:r>
              <a:rPr lang="es-ES" sz="1800" dirty="0"/>
              <a:t> MobileNetV2.</a:t>
            </a:r>
          </a:p>
          <a:p>
            <a:pPr marL="0" indent="0">
              <a:buNone/>
            </a:pPr>
            <a:r>
              <a:rPr lang="es-ES" sz="1800" b="1" dirty="0" err="1"/>
              <a:t>Best</a:t>
            </a:r>
            <a:r>
              <a:rPr lang="es-ES" sz="1800" b="1" dirty="0"/>
              <a:t> </a:t>
            </a:r>
            <a:r>
              <a:rPr lang="es-ES" sz="1800" b="1" dirty="0" err="1"/>
              <a:t>option</a:t>
            </a:r>
            <a:r>
              <a:rPr lang="es-ES" sz="1800" b="1" dirty="0"/>
              <a:t>:</a:t>
            </a:r>
            <a:r>
              <a:rPr lang="es-ES" sz="1800" dirty="0"/>
              <a:t> </a:t>
            </a:r>
            <a:r>
              <a:rPr lang="es-ES" sz="1800" dirty="0" err="1"/>
              <a:t>FaceNet</a:t>
            </a:r>
            <a:r>
              <a:rPr lang="es-ES" sz="1800" dirty="0"/>
              <a:t> </a:t>
            </a:r>
            <a:r>
              <a:rPr lang="es-ES" sz="1800" dirty="0" err="1"/>
              <a:t>implemented</a:t>
            </a:r>
            <a:r>
              <a:rPr lang="es-ES" sz="1800" dirty="0"/>
              <a:t> with </a:t>
            </a:r>
            <a:r>
              <a:rPr lang="es-ES" sz="1800" dirty="0" err="1"/>
              <a:t>DeepFace</a:t>
            </a:r>
            <a:r>
              <a:rPr lang="es-ES" sz="1800" dirty="0"/>
              <a:t>, </a:t>
            </a:r>
            <a:r>
              <a:rPr lang="es-ES" sz="1800" dirty="0" err="1"/>
              <a:t>provides</a:t>
            </a:r>
            <a:r>
              <a:rPr lang="es-ES" sz="1800" dirty="0"/>
              <a:t> one </a:t>
            </a:r>
            <a:r>
              <a:rPr lang="es-ES" sz="1800" dirty="0" err="1"/>
              <a:t>of</a:t>
            </a:r>
            <a:r>
              <a:rPr lang="es-ES" sz="1800" dirty="0"/>
              <a:t> the </a:t>
            </a:r>
            <a:r>
              <a:rPr lang="es-ES" sz="1800" dirty="0" err="1"/>
              <a:t>strongest</a:t>
            </a:r>
            <a:r>
              <a:rPr lang="es-ES" sz="1800" dirty="0"/>
              <a:t> performances with no training time. </a:t>
            </a:r>
            <a:r>
              <a:rPr lang="es-ES" sz="1800" dirty="0" err="1"/>
              <a:t>Embedding</a:t>
            </a:r>
            <a:r>
              <a:rPr lang="es-ES" sz="1800" dirty="0"/>
              <a:t> </a:t>
            </a:r>
            <a:r>
              <a:rPr lang="es-ES" sz="1800" dirty="0" err="1"/>
              <a:t>extraction</a:t>
            </a:r>
            <a:r>
              <a:rPr lang="es-ES" sz="1800" dirty="0"/>
              <a:t> is </a:t>
            </a:r>
            <a:r>
              <a:rPr lang="es-ES" sz="1800" dirty="0" err="1"/>
              <a:t>fast</a:t>
            </a:r>
            <a:r>
              <a:rPr lang="es-ES" sz="1800" dirty="0"/>
              <a:t>.</a:t>
            </a:r>
          </a:p>
          <a:p>
            <a:pPr marL="0" indent="0">
              <a:buNone/>
            </a:pPr>
            <a:r>
              <a:rPr lang="es-ES" sz="1800" b="1" dirty="0" err="1"/>
              <a:t>Devices</a:t>
            </a:r>
            <a:r>
              <a:rPr lang="es-ES" sz="1800" dirty="0"/>
              <a:t> could come with the model </a:t>
            </a:r>
            <a:r>
              <a:rPr lang="es-ES" sz="1800" dirty="0" err="1"/>
              <a:t>pre-downloaded</a:t>
            </a:r>
            <a:r>
              <a:rPr lang="es-ES" sz="1800" dirty="0"/>
              <a:t>, </a:t>
            </a:r>
            <a:r>
              <a:rPr lang="es-ES" sz="1800" dirty="0" err="1"/>
              <a:t>only</a:t>
            </a:r>
            <a:r>
              <a:rPr lang="es-ES" sz="1800" dirty="0"/>
              <a:t> </a:t>
            </a:r>
            <a:r>
              <a:rPr lang="es-ES" sz="1800" dirty="0" err="1"/>
              <a:t>calculation</a:t>
            </a:r>
            <a:r>
              <a:rPr lang="es-ES" sz="1800" dirty="0"/>
              <a:t> </a:t>
            </a:r>
            <a:r>
              <a:rPr lang="es-ES" sz="1800" dirty="0" err="1"/>
              <a:t>on</a:t>
            </a:r>
            <a:r>
              <a:rPr lang="es-ES" sz="1800" dirty="0"/>
              <a:t> </a:t>
            </a:r>
            <a:r>
              <a:rPr lang="es-ES" sz="1800" dirty="0" err="1"/>
              <a:t>device</a:t>
            </a:r>
            <a:r>
              <a:rPr lang="es-ES" sz="1800" dirty="0"/>
              <a:t> would be </a:t>
            </a:r>
            <a:r>
              <a:rPr lang="es-ES" sz="1800" dirty="0" err="1"/>
              <a:t>embedding</a:t>
            </a:r>
            <a:r>
              <a:rPr lang="es-ES" sz="1800" dirty="0"/>
              <a:t> </a:t>
            </a:r>
            <a:r>
              <a:rPr lang="es-ES" sz="1800" dirty="0" err="1"/>
              <a:t>extraction</a:t>
            </a:r>
            <a:r>
              <a:rPr lang="es-ES" sz="1800" dirty="0"/>
              <a:t> with </a:t>
            </a:r>
            <a:r>
              <a:rPr lang="es-ES" sz="1800" dirty="0" err="1"/>
              <a:t>optional</a:t>
            </a:r>
            <a:r>
              <a:rPr lang="es-ES" sz="1800" dirty="0"/>
              <a:t> </a:t>
            </a:r>
            <a:r>
              <a:rPr lang="es-ES" sz="1800" dirty="0" err="1"/>
              <a:t>image</a:t>
            </a:r>
            <a:r>
              <a:rPr lang="es-ES" sz="1800" dirty="0"/>
              <a:t> </a:t>
            </a:r>
            <a:r>
              <a:rPr lang="es-ES" sz="1800" dirty="0" err="1"/>
              <a:t>augmentation</a:t>
            </a:r>
            <a:r>
              <a:rPr lang="es-ES" sz="1800" dirty="0"/>
              <a:t>.</a:t>
            </a:r>
          </a:p>
          <a:p>
            <a:pPr marL="0" indent="0">
              <a:buNone/>
            </a:pPr>
            <a:r>
              <a:rPr lang="es-ES" sz="1800" b="1" dirty="0"/>
              <a:t>Viable</a:t>
            </a:r>
            <a:r>
              <a:rPr lang="es-ES" sz="1800" dirty="0"/>
              <a:t> </a:t>
            </a:r>
            <a:r>
              <a:rPr lang="es-ES" sz="1800" dirty="0" err="1"/>
              <a:t>option</a:t>
            </a:r>
            <a:r>
              <a:rPr lang="es-ES" sz="1800" dirty="0"/>
              <a:t> </a:t>
            </a:r>
            <a:r>
              <a:rPr lang="es-ES" sz="1800" dirty="0" err="1"/>
              <a:t>for</a:t>
            </a:r>
            <a:r>
              <a:rPr lang="es-ES" sz="1800" dirty="0"/>
              <a:t> Android pones, laptops, Linux </a:t>
            </a:r>
            <a:r>
              <a:rPr lang="es-ES" sz="1800" dirty="0" err="1"/>
              <a:t>distributions</a:t>
            </a:r>
            <a:r>
              <a:rPr lang="es-ES" sz="1800" dirty="0"/>
              <a:t> etc.</a:t>
            </a:r>
            <a:endParaRPr lang="es-ES" sz="1800" b="1" dirty="0"/>
          </a:p>
        </p:txBody>
      </p:sp>
      <p:pic>
        <p:nvPicPr>
          <p:cNvPr id="16" name="Picture 15" descr="High angle view of a work table with a laptop">
            <a:extLst>
              <a:ext uri="{FF2B5EF4-FFF2-40B4-BE49-F238E27FC236}">
                <a16:creationId xmlns:a16="http://schemas.microsoft.com/office/drawing/2014/main" id="{055AC352-E2E7-02B4-F8FE-B19C1D3C6CD7}"/>
              </a:ext>
            </a:extLst>
          </p:cNvPr>
          <p:cNvPicPr>
            <a:picLocks noChangeAspect="1"/>
          </p:cNvPicPr>
          <p:nvPr/>
        </p:nvPicPr>
        <p:blipFill>
          <a:blip r:embed="rId3"/>
          <a:srcRect l="40700" r="12129"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2890042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F648-441B-2CC2-B8D2-1FF07E0530B9}"/>
              </a:ext>
            </a:extLst>
          </p:cNvPr>
          <p:cNvSpPr>
            <a:spLocks noGrp="1"/>
          </p:cNvSpPr>
          <p:nvPr>
            <p:ph type="title"/>
          </p:nvPr>
        </p:nvSpPr>
        <p:spPr/>
        <p:txBody>
          <a:bodyPr/>
          <a:lstStyle/>
          <a:p>
            <a:r>
              <a:rPr lang="es-ES" dirty="0"/>
              <a:t>Demo – Log in with </a:t>
            </a:r>
            <a:r>
              <a:rPr lang="es-ES" dirty="0" err="1"/>
              <a:t>Face</a:t>
            </a:r>
            <a:r>
              <a:rPr lang="es-ES" dirty="0"/>
              <a:t> </a:t>
            </a:r>
            <a:r>
              <a:rPr lang="es-ES" dirty="0" err="1"/>
              <a:t>Recognition</a:t>
            </a:r>
            <a:endParaRPr lang="es-ES" dirty="0"/>
          </a:p>
        </p:txBody>
      </p:sp>
      <p:pic>
        <p:nvPicPr>
          <p:cNvPr id="4" name="demo">
            <a:hlinkClick r:id="" action="ppaction://media"/>
            <a:extLst>
              <a:ext uri="{FF2B5EF4-FFF2-40B4-BE49-F238E27FC236}">
                <a16:creationId xmlns:a16="http://schemas.microsoft.com/office/drawing/2014/main" id="{2ED3A82C-A8B5-7ABD-E64B-B6348EAD2EA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737937" y="1086391"/>
            <a:ext cx="10260419" cy="5771609"/>
          </a:xfrm>
        </p:spPr>
      </p:pic>
    </p:spTree>
    <p:extLst>
      <p:ext uri="{BB962C8B-B14F-4D97-AF65-F5344CB8AC3E}">
        <p14:creationId xmlns:p14="http://schemas.microsoft.com/office/powerpoint/2010/main" val="347622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72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B198F2-0D76-CC3A-002C-ADD17D243802}"/>
              </a:ext>
            </a:extLst>
          </p:cNvPr>
          <p:cNvSpPr>
            <a:spLocks noGrp="1"/>
          </p:cNvSpPr>
          <p:nvPr>
            <p:ph type="title"/>
          </p:nvPr>
        </p:nvSpPr>
        <p:spPr>
          <a:xfrm>
            <a:off x="612648" y="600074"/>
            <a:ext cx="6035040" cy="1529932"/>
          </a:xfrm>
        </p:spPr>
        <p:txBody>
          <a:bodyPr anchor="b">
            <a:normAutofit/>
          </a:bodyPr>
          <a:lstStyle/>
          <a:p>
            <a:pPr algn="ctr"/>
            <a:r>
              <a:rPr lang="es-ES" dirty="0"/>
              <a:t>Q&amp;A</a:t>
            </a:r>
          </a:p>
        </p:txBody>
      </p:sp>
      <p:sp>
        <p:nvSpPr>
          <p:cNvPr id="3" name="Content Placeholder 2">
            <a:extLst>
              <a:ext uri="{FF2B5EF4-FFF2-40B4-BE49-F238E27FC236}">
                <a16:creationId xmlns:a16="http://schemas.microsoft.com/office/drawing/2014/main" id="{7ABF891A-42F5-83ED-BA67-0BC80E9FEBE9}"/>
              </a:ext>
            </a:extLst>
          </p:cNvPr>
          <p:cNvSpPr>
            <a:spLocks noGrp="1"/>
          </p:cNvSpPr>
          <p:nvPr>
            <p:ph idx="1"/>
          </p:nvPr>
        </p:nvSpPr>
        <p:spPr>
          <a:xfrm>
            <a:off x="612647" y="2212848"/>
            <a:ext cx="6035041" cy="4096512"/>
          </a:xfrm>
        </p:spPr>
        <p:txBody>
          <a:bodyPr>
            <a:normAutofit/>
          </a:bodyPr>
          <a:lstStyle/>
          <a:p>
            <a:endParaRPr lang="es-ES" sz="1800" dirty="0"/>
          </a:p>
          <a:p>
            <a:pPr marL="0" indent="0" algn="ctr">
              <a:buNone/>
            </a:pPr>
            <a:r>
              <a:rPr lang="es-ES" sz="2400" dirty="0" err="1"/>
              <a:t>Thank</a:t>
            </a:r>
            <a:r>
              <a:rPr lang="es-ES" sz="2400" dirty="0"/>
              <a:t> you </a:t>
            </a:r>
            <a:r>
              <a:rPr lang="es-ES" sz="2400" dirty="0" err="1"/>
              <a:t>for</a:t>
            </a:r>
            <a:r>
              <a:rPr lang="es-ES" sz="2400" dirty="0"/>
              <a:t> </a:t>
            </a:r>
            <a:r>
              <a:rPr lang="es-ES" sz="2400" dirty="0" err="1"/>
              <a:t>listening</a:t>
            </a:r>
            <a:endParaRPr lang="es-ES" sz="2400" dirty="0"/>
          </a:p>
          <a:p>
            <a:pPr marL="0" indent="0" algn="ctr">
              <a:buNone/>
            </a:pPr>
            <a:endParaRPr lang="es-ES" sz="2400" dirty="0"/>
          </a:p>
          <a:p>
            <a:pPr marL="0" indent="0" algn="ctr">
              <a:buNone/>
            </a:pPr>
            <a:endParaRPr lang="es-ES" sz="2400" b="1" dirty="0"/>
          </a:p>
          <a:p>
            <a:pPr marL="0" indent="0" algn="ctr">
              <a:buNone/>
            </a:pPr>
            <a:r>
              <a:rPr lang="es-ES" sz="2400" b="1" dirty="0" err="1"/>
              <a:t>Any</a:t>
            </a:r>
            <a:r>
              <a:rPr lang="es-ES" sz="2400" b="1" dirty="0"/>
              <a:t> </a:t>
            </a:r>
            <a:r>
              <a:rPr lang="es-ES" sz="2400" b="1" dirty="0" err="1"/>
              <a:t>questions</a:t>
            </a:r>
            <a:r>
              <a:rPr lang="es-ES" sz="2400" b="1" dirty="0"/>
              <a:t>?</a:t>
            </a:r>
          </a:p>
        </p:txBody>
      </p:sp>
      <p:pic>
        <p:nvPicPr>
          <p:cNvPr id="5" name="Picture 4" descr="Question mark against red wall">
            <a:extLst>
              <a:ext uri="{FF2B5EF4-FFF2-40B4-BE49-F238E27FC236}">
                <a16:creationId xmlns:a16="http://schemas.microsoft.com/office/drawing/2014/main" id="{86191B43-2E6E-0DDD-2BE0-0EF7C2DA6D3E}"/>
              </a:ext>
            </a:extLst>
          </p:cNvPr>
          <p:cNvPicPr>
            <a:picLocks noChangeAspect="1"/>
          </p:cNvPicPr>
          <p:nvPr/>
        </p:nvPicPr>
        <p:blipFill>
          <a:blip r:embed="rId3"/>
          <a:srcRect l="56976" r="271"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87852736"/>
      </p:ext>
    </p:extLst>
  </p:cSld>
  <p:clrMapOvr>
    <a:masterClrMapping/>
  </p:clrMapOvr>
</p:sld>
</file>

<file path=ppt/theme/theme1.xml><?xml version="1.0" encoding="utf-8"?>
<a:theme xmlns:a="http://schemas.openxmlformats.org/drawingml/2006/main" name="VanillaVTI">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5419</TotalTime>
  <Words>3941</Words>
  <Application>Microsoft Office PowerPoint</Application>
  <PresentationFormat>Widescreen</PresentationFormat>
  <Paragraphs>232</Paragraphs>
  <Slides>25</Slides>
  <Notes>24</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Neue Haas Grotesk Text Pro</vt:lpstr>
      <vt:lpstr>VanillaVTI</vt:lpstr>
      <vt:lpstr>Face Reconition for Limited Resources Devices Computer Vision By Alvaro Cervan Canton, Lucerne University of Applied Sciences and Arts, 2025</vt:lpstr>
      <vt:lpstr>Outline</vt:lpstr>
      <vt:lpstr>What is Face Recognition?</vt:lpstr>
      <vt:lpstr>Project Objective and Motivation</vt:lpstr>
      <vt:lpstr>The Datasets</vt:lpstr>
      <vt:lpstr>Models</vt:lpstr>
      <vt:lpstr>Models: Classical Approaches - PCA</vt:lpstr>
      <vt:lpstr>Models: Classical Approaches - LBP</vt:lpstr>
      <vt:lpstr>Models: Transfer Learning – VGG16 Base</vt:lpstr>
      <vt:lpstr>Models: Transfer Learning – Custom VGG16 (finetuned)</vt:lpstr>
      <vt:lpstr>Models: Transfer Learning – MobileNetV2</vt:lpstr>
      <vt:lpstr>Models: Embedding Based – FaceNet (Google)</vt:lpstr>
      <vt:lpstr>FaceNet Matrix</vt:lpstr>
      <vt:lpstr>Models: Embedding Based – ArcFace</vt:lpstr>
      <vt:lpstr>ArcFace Matrix</vt:lpstr>
      <vt:lpstr>Evaluation - Classification</vt:lpstr>
      <vt:lpstr>Evaluation - Classification - Comparison</vt:lpstr>
      <vt:lpstr>Evaluation – Validation 1:1</vt:lpstr>
      <vt:lpstr>Evaluation – Validation 1:1 – Comparison</vt:lpstr>
      <vt:lpstr>Does Data Augmentation matter?</vt:lpstr>
      <vt:lpstr>Conclusions</vt:lpstr>
      <vt:lpstr>Conclusion 2</vt:lpstr>
      <vt:lpstr>Target to Devices (phone and laptop image)</vt:lpstr>
      <vt:lpstr>Demo – Log in with Face Recognition</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Cervan Canton Alvaro W.MSCIDS_F24.2301</dc:creator>
  <cp:lastModifiedBy>Cervan Canton Alvaro W.MSCIDS_F24.2301</cp:lastModifiedBy>
  <cp:revision>10</cp:revision>
  <dcterms:created xsi:type="dcterms:W3CDTF">2025-06-24T16:13:53Z</dcterms:created>
  <dcterms:modified xsi:type="dcterms:W3CDTF">2025-07-04T12:24:59Z</dcterms:modified>
</cp:coreProperties>
</file>